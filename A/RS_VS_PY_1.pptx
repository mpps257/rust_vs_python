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674" r:id="rId5"/>
  </p:sldMasterIdLst>
  <p:notesMasterIdLst>
    <p:notesMasterId r:id="rId25"/>
  </p:notesMasterIdLst>
  <p:handoutMasterIdLst>
    <p:handoutMasterId r:id="rId26"/>
  </p:handoutMasterIdLst>
  <p:sldIdLst>
    <p:sldId id="352" r:id="rId6"/>
    <p:sldId id="354" r:id="rId7"/>
    <p:sldId id="359" r:id="rId8"/>
    <p:sldId id="372" r:id="rId9"/>
    <p:sldId id="376" r:id="rId10"/>
    <p:sldId id="363" r:id="rId11"/>
    <p:sldId id="379" r:id="rId12"/>
    <p:sldId id="380" r:id="rId13"/>
    <p:sldId id="382" r:id="rId14"/>
    <p:sldId id="381" r:id="rId15"/>
    <p:sldId id="378" r:id="rId16"/>
    <p:sldId id="383" r:id="rId17"/>
    <p:sldId id="384" r:id="rId18"/>
    <p:sldId id="385" r:id="rId19"/>
    <p:sldId id="386" r:id="rId20"/>
    <p:sldId id="387" r:id="rId21"/>
    <p:sldId id="389" r:id="rId22"/>
    <p:sldId id="388" r:id="rId23"/>
    <p:sldId id="370"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AF150A4-BA8C-FBD5-F773-FA4F33F13715}" name="Melissa Pritchard" initials="" userId="S::melissa.pritchard@zelis.com::371675da-7559-4731-8ffd-1a7b568ac4b7" providerId="AD"/>
  <p188:author id="{D346CEAE-F325-C41C-154D-650BF115CC2A}" name="Helen Nicholas" initials="HN" userId="S::helen.nicholas@zelis.com::dfe321a6-5b04-4c45-a8c1-ba7675cecb43" providerId="AD"/>
  <p188:author id="{373952EF-7983-5835-052B-1AFF088726E3}" name="Abigail Lorts" initials="AL" userId="S::Abigail.Lorts@zelis.com::6b271cd7-b5fb-4bca-9815-9cca0e359cd1" providerId="AD"/>
  <p188:author id="{C7462DFD-34BE-F2CF-1A0E-7B73ED9D26DF}" name="Nikol Hladky" initials="" userId="S::Nikol.Hladky@zelis.com::906cde8d-1fc0-4365-9262-88116119150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lyse Lazartic" initials="EL" lastIdx="2" clrIdx="0">
    <p:extLst>
      <p:ext uri="{19B8F6BF-5375-455C-9EA6-DF929625EA0E}">
        <p15:presenceInfo xmlns:p15="http://schemas.microsoft.com/office/powerpoint/2012/main" userId="S::Elyse.Lazartic@zelis.com::cfab8330-90aa-452a-8722-9f06e710f924" providerId="AD"/>
      </p:ext>
    </p:extLst>
  </p:cmAuthor>
  <p:cmAuthor id="2" name="Pamela Klein" initials="PK" lastIdx="23" clrIdx="1">
    <p:extLst>
      <p:ext uri="{19B8F6BF-5375-455C-9EA6-DF929625EA0E}">
        <p15:presenceInfo xmlns:p15="http://schemas.microsoft.com/office/powerpoint/2012/main" userId="S::Pamela.Klein@zelis.com::e021caf8-7278-440f-b0a0-df60061625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20FFF"/>
    <a:srgbClr val="BABABA"/>
    <a:srgbClr val="B4B4B9"/>
    <a:srgbClr val="23004B"/>
    <a:srgbClr val="FFBD00"/>
    <a:srgbClr val="E8E8E8"/>
    <a:srgbClr val="D1D1D1"/>
    <a:srgbClr val="696969"/>
    <a:srgbClr val="464646"/>
    <a:srgbClr val="E8D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13" autoAdjust="0"/>
  </p:normalViewPr>
  <p:slideViewPr>
    <p:cSldViewPr snapToGrid="0">
      <p:cViewPr varScale="1">
        <p:scale>
          <a:sx n="76" d="100"/>
          <a:sy n="76" d="100"/>
        </p:scale>
        <p:origin x="296" y="52"/>
      </p:cViewPr>
      <p:guideLst/>
    </p:cSldViewPr>
  </p:slideViewPr>
  <p:notesTextViewPr>
    <p:cViewPr>
      <p:scale>
        <a:sx n="1" d="1"/>
        <a:sy n="1" d="1"/>
      </p:scale>
      <p:origin x="0" y="0"/>
    </p:cViewPr>
  </p:notesTextViewPr>
  <p:notesViewPr>
    <p:cSldViewPr snapToGrid="0">
      <p:cViewPr>
        <p:scale>
          <a:sx n="1" d="2"/>
          <a:sy n="1" d="2"/>
        </p:scale>
        <p:origin x="4968" y="136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commentAuthors" Target="commentAuthors.xml"/><Relationship Id="rId30" Type="http://schemas.openxmlformats.org/officeDocument/2006/relationships/theme" Target="theme/theme1.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nav Phanindra Sai Manepalli (Pranav Phanindra Manepalli)" userId="7b98a498-7da2-4d5a-afd7-e52659565db7" providerId="ADAL" clId="{4DCACDF9-0F83-4341-985C-65DE20A40FB2}"/>
    <pc:docChg chg="undo redo custSel addSld delSld modSld sldOrd delSection modSection">
      <pc:chgData name="Pranav Phanindra Sai Manepalli (Pranav Phanindra Manepalli)" userId="7b98a498-7da2-4d5a-afd7-e52659565db7" providerId="ADAL" clId="{4DCACDF9-0F83-4341-985C-65DE20A40FB2}" dt="2025-10-21T10:20:57.513" v="3380" actId="20577"/>
      <pc:docMkLst>
        <pc:docMk/>
      </pc:docMkLst>
      <pc:sldChg chg="del">
        <pc:chgData name="Pranav Phanindra Sai Manepalli (Pranav Phanindra Manepalli)" userId="7b98a498-7da2-4d5a-afd7-e52659565db7" providerId="ADAL" clId="{4DCACDF9-0F83-4341-985C-65DE20A40FB2}" dt="2025-10-17T05:35:37.652" v="371" actId="2696"/>
        <pc:sldMkLst>
          <pc:docMk/>
          <pc:sldMk cId="2156830229" sldId="348"/>
        </pc:sldMkLst>
      </pc:sldChg>
      <pc:sldChg chg="del">
        <pc:chgData name="Pranav Phanindra Sai Manepalli (Pranav Phanindra Manepalli)" userId="7b98a498-7da2-4d5a-afd7-e52659565db7" providerId="ADAL" clId="{4DCACDF9-0F83-4341-985C-65DE20A40FB2}" dt="2025-10-17T05:35:33.648" v="370" actId="47"/>
        <pc:sldMkLst>
          <pc:docMk/>
          <pc:sldMk cId="1710295558" sldId="349"/>
        </pc:sldMkLst>
      </pc:sldChg>
      <pc:sldChg chg="del">
        <pc:chgData name="Pranav Phanindra Sai Manepalli (Pranav Phanindra Manepalli)" userId="7b98a498-7da2-4d5a-afd7-e52659565db7" providerId="ADAL" clId="{4DCACDF9-0F83-4341-985C-65DE20A40FB2}" dt="2025-10-17T05:35:33.648" v="370" actId="47"/>
        <pc:sldMkLst>
          <pc:docMk/>
          <pc:sldMk cId="176590974" sldId="350"/>
        </pc:sldMkLst>
      </pc:sldChg>
      <pc:sldChg chg="del">
        <pc:chgData name="Pranav Phanindra Sai Manepalli (Pranav Phanindra Manepalli)" userId="7b98a498-7da2-4d5a-afd7-e52659565db7" providerId="ADAL" clId="{4DCACDF9-0F83-4341-985C-65DE20A40FB2}" dt="2025-10-17T07:06:42.691" v="1733" actId="47"/>
        <pc:sldMkLst>
          <pc:docMk/>
          <pc:sldMk cId="2475516179" sldId="351"/>
        </pc:sldMkLst>
      </pc:sldChg>
      <pc:sldChg chg="modSp mod">
        <pc:chgData name="Pranav Phanindra Sai Manepalli (Pranav Phanindra Manepalli)" userId="7b98a498-7da2-4d5a-afd7-e52659565db7" providerId="ADAL" clId="{4DCACDF9-0F83-4341-985C-65DE20A40FB2}" dt="2025-10-17T03:25:29.859" v="119" actId="1076"/>
        <pc:sldMkLst>
          <pc:docMk/>
          <pc:sldMk cId="1737852060" sldId="352"/>
        </pc:sldMkLst>
        <pc:spChg chg="mod">
          <ac:chgData name="Pranav Phanindra Sai Manepalli (Pranav Phanindra Manepalli)" userId="7b98a498-7da2-4d5a-afd7-e52659565db7" providerId="ADAL" clId="{4DCACDF9-0F83-4341-985C-65DE20A40FB2}" dt="2025-10-17T03:25:20.977" v="117" actId="1035"/>
          <ac:spMkLst>
            <pc:docMk/>
            <pc:sldMk cId="1737852060" sldId="352"/>
            <ac:spMk id="5" creationId="{8FA6A6F4-178B-05A1-DA8B-3771EDDC072B}"/>
          </ac:spMkLst>
        </pc:spChg>
        <pc:picChg chg="mod">
          <ac:chgData name="Pranav Phanindra Sai Manepalli (Pranav Phanindra Manepalli)" userId="7b98a498-7da2-4d5a-afd7-e52659565db7" providerId="ADAL" clId="{4DCACDF9-0F83-4341-985C-65DE20A40FB2}" dt="2025-10-17T03:25:29.859" v="119" actId="1076"/>
          <ac:picMkLst>
            <pc:docMk/>
            <pc:sldMk cId="1737852060" sldId="352"/>
            <ac:picMk id="7" creationId="{A3ECA4C7-CFE5-94E5-268D-08A5DBD59EAA}"/>
          </ac:picMkLst>
        </pc:picChg>
      </pc:sldChg>
      <pc:sldChg chg="del">
        <pc:chgData name="Pranav Phanindra Sai Manepalli (Pranav Phanindra Manepalli)" userId="7b98a498-7da2-4d5a-afd7-e52659565db7" providerId="ADAL" clId="{4DCACDF9-0F83-4341-985C-65DE20A40FB2}" dt="2025-10-17T09:41:10.736" v="2851" actId="47"/>
        <pc:sldMkLst>
          <pc:docMk/>
          <pc:sldMk cId="3408749691" sldId="353"/>
        </pc:sldMkLst>
      </pc:sldChg>
      <pc:sldChg chg="addSp delSp modSp mod ord modClrScheme chgLayout">
        <pc:chgData name="Pranav Phanindra Sai Manepalli (Pranav Phanindra Manepalli)" userId="7b98a498-7da2-4d5a-afd7-e52659565db7" providerId="ADAL" clId="{4DCACDF9-0F83-4341-985C-65DE20A40FB2}" dt="2025-10-17T11:49:18.608" v="3323" actId="207"/>
        <pc:sldMkLst>
          <pc:docMk/>
          <pc:sldMk cId="2366409933" sldId="354"/>
        </pc:sldMkLst>
        <pc:spChg chg="mod ord">
          <ac:chgData name="Pranav Phanindra Sai Manepalli (Pranav Phanindra Manepalli)" userId="7b98a498-7da2-4d5a-afd7-e52659565db7" providerId="ADAL" clId="{4DCACDF9-0F83-4341-985C-65DE20A40FB2}" dt="2025-10-17T11:48:04.352" v="3303" actId="700"/>
          <ac:spMkLst>
            <pc:docMk/>
            <pc:sldMk cId="2366409933" sldId="354"/>
            <ac:spMk id="2" creationId="{373D8853-8D1D-555B-BCB7-6922075E5386}"/>
          </ac:spMkLst>
        </pc:spChg>
        <pc:spChg chg="mod ord">
          <ac:chgData name="Pranav Phanindra Sai Manepalli (Pranav Phanindra Manepalli)" userId="7b98a498-7da2-4d5a-afd7-e52659565db7" providerId="ADAL" clId="{4DCACDF9-0F83-4341-985C-65DE20A40FB2}" dt="2025-10-17T11:48:04.352" v="3303" actId="700"/>
          <ac:spMkLst>
            <pc:docMk/>
            <pc:sldMk cId="2366409933" sldId="354"/>
            <ac:spMk id="3" creationId="{5770E568-F54D-4B79-D0B5-13C68177D943}"/>
          </ac:spMkLst>
        </pc:spChg>
        <pc:spChg chg="mod ord">
          <ac:chgData name="Pranav Phanindra Sai Manepalli (Pranav Phanindra Manepalli)" userId="7b98a498-7da2-4d5a-afd7-e52659565db7" providerId="ADAL" clId="{4DCACDF9-0F83-4341-985C-65DE20A40FB2}" dt="2025-10-17T11:48:04.352" v="3303" actId="700"/>
          <ac:spMkLst>
            <pc:docMk/>
            <pc:sldMk cId="2366409933" sldId="354"/>
            <ac:spMk id="4" creationId="{6FEF632D-ECEF-F038-2BCF-1EADEF2AAC6B}"/>
          </ac:spMkLst>
        </pc:spChg>
        <pc:spChg chg="mod ord">
          <ac:chgData name="Pranav Phanindra Sai Manepalli (Pranav Phanindra Manepalli)" userId="7b98a498-7da2-4d5a-afd7-e52659565db7" providerId="ADAL" clId="{4DCACDF9-0F83-4341-985C-65DE20A40FB2}" dt="2025-10-17T11:48:04.352" v="3303" actId="700"/>
          <ac:spMkLst>
            <pc:docMk/>
            <pc:sldMk cId="2366409933" sldId="354"/>
            <ac:spMk id="5" creationId="{A23424CE-9B36-2307-05F7-3BB1921F1F6C}"/>
          </ac:spMkLst>
        </pc:spChg>
        <pc:spChg chg="mod ord">
          <ac:chgData name="Pranav Phanindra Sai Manepalli (Pranav Phanindra Manepalli)" userId="7b98a498-7da2-4d5a-afd7-e52659565db7" providerId="ADAL" clId="{4DCACDF9-0F83-4341-985C-65DE20A40FB2}" dt="2025-10-17T11:48:04.352" v="3303" actId="700"/>
          <ac:spMkLst>
            <pc:docMk/>
            <pc:sldMk cId="2366409933" sldId="354"/>
            <ac:spMk id="6" creationId="{D883AB05-83F3-427A-1682-8C5AF677446D}"/>
          </ac:spMkLst>
        </pc:spChg>
        <pc:spChg chg="add mod">
          <ac:chgData name="Pranav Phanindra Sai Manepalli (Pranav Phanindra Manepalli)" userId="7b98a498-7da2-4d5a-afd7-e52659565db7" providerId="ADAL" clId="{4DCACDF9-0F83-4341-985C-65DE20A40FB2}" dt="2025-10-17T11:49:18.608" v="3323" actId="207"/>
          <ac:spMkLst>
            <pc:docMk/>
            <pc:sldMk cId="2366409933" sldId="354"/>
            <ac:spMk id="7" creationId="{035A6365-2118-8FFE-73EB-56E3819A5E23}"/>
          </ac:spMkLst>
        </pc:spChg>
      </pc:sldChg>
      <pc:sldChg chg="del">
        <pc:chgData name="Pranav Phanindra Sai Manepalli (Pranav Phanindra Manepalli)" userId="7b98a498-7da2-4d5a-afd7-e52659565db7" providerId="ADAL" clId="{4DCACDF9-0F83-4341-985C-65DE20A40FB2}" dt="2025-10-17T09:41:10.736" v="2851" actId="47"/>
        <pc:sldMkLst>
          <pc:docMk/>
          <pc:sldMk cId="278325161" sldId="355"/>
        </pc:sldMkLst>
      </pc:sldChg>
      <pc:sldChg chg="modSp del mod ord">
        <pc:chgData name="Pranav Phanindra Sai Manepalli (Pranav Phanindra Manepalli)" userId="7b98a498-7da2-4d5a-afd7-e52659565db7" providerId="ADAL" clId="{4DCACDF9-0F83-4341-985C-65DE20A40FB2}" dt="2025-10-17T05:33:51.817" v="363" actId="2696"/>
        <pc:sldMkLst>
          <pc:docMk/>
          <pc:sldMk cId="277175459" sldId="357"/>
        </pc:sldMkLst>
      </pc:sldChg>
      <pc:sldChg chg="del">
        <pc:chgData name="Pranav Phanindra Sai Manepalli (Pranav Phanindra Manepalli)" userId="7b98a498-7da2-4d5a-afd7-e52659565db7" providerId="ADAL" clId="{4DCACDF9-0F83-4341-985C-65DE20A40FB2}" dt="2025-10-17T09:41:10.736" v="2851" actId="47"/>
        <pc:sldMkLst>
          <pc:docMk/>
          <pc:sldMk cId="126307974" sldId="358"/>
        </pc:sldMkLst>
      </pc:sldChg>
      <pc:sldChg chg="addSp delSp modSp mod ord modNotesTx">
        <pc:chgData name="Pranav Phanindra Sai Manepalli (Pranav Phanindra Manepalli)" userId="7b98a498-7da2-4d5a-afd7-e52659565db7" providerId="ADAL" clId="{4DCACDF9-0F83-4341-985C-65DE20A40FB2}" dt="2025-10-17T11:29:11.437" v="3253" actId="20577"/>
        <pc:sldMkLst>
          <pc:docMk/>
          <pc:sldMk cId="939581273" sldId="359"/>
        </pc:sldMkLst>
        <pc:spChg chg="mod">
          <ac:chgData name="Pranav Phanindra Sai Manepalli (Pranav Phanindra Manepalli)" userId="7b98a498-7da2-4d5a-afd7-e52659565db7" providerId="ADAL" clId="{4DCACDF9-0F83-4341-985C-65DE20A40FB2}" dt="2025-10-17T05:45:36.628" v="738" actId="122"/>
          <ac:spMkLst>
            <pc:docMk/>
            <pc:sldMk cId="939581273" sldId="359"/>
            <ac:spMk id="2" creationId="{0BCDFBC0-E779-1F64-4366-4F9D79ABCCCE}"/>
          </ac:spMkLst>
        </pc:spChg>
        <pc:spChg chg="mod">
          <ac:chgData name="Pranav Phanindra Sai Manepalli (Pranav Phanindra Manepalli)" userId="7b98a498-7da2-4d5a-afd7-e52659565db7" providerId="ADAL" clId="{4DCACDF9-0F83-4341-985C-65DE20A40FB2}" dt="2025-10-17T05:45:45.418" v="745" actId="122"/>
          <ac:spMkLst>
            <pc:docMk/>
            <pc:sldMk cId="939581273" sldId="359"/>
            <ac:spMk id="3" creationId="{5D4F1B6E-773A-CF0D-239F-DA2C9D3B84C6}"/>
          </ac:spMkLst>
        </pc:spChg>
        <pc:spChg chg="mod">
          <ac:chgData name="Pranav Phanindra Sai Manepalli (Pranav Phanindra Manepalli)" userId="7b98a498-7da2-4d5a-afd7-e52659565db7" providerId="ADAL" clId="{4DCACDF9-0F83-4341-985C-65DE20A40FB2}" dt="2025-10-17T05:45:16.835" v="727"/>
          <ac:spMkLst>
            <pc:docMk/>
            <pc:sldMk cId="939581273" sldId="359"/>
            <ac:spMk id="5" creationId="{DEC8DD5B-1B92-0423-9A33-4AE492770CC9}"/>
          </ac:spMkLst>
        </pc:spChg>
        <pc:spChg chg="mod">
          <ac:chgData name="Pranav Phanindra Sai Manepalli (Pranav Phanindra Manepalli)" userId="7b98a498-7da2-4d5a-afd7-e52659565db7" providerId="ADAL" clId="{4DCACDF9-0F83-4341-985C-65DE20A40FB2}" dt="2025-10-17T05:45:23.796" v="728"/>
          <ac:spMkLst>
            <pc:docMk/>
            <pc:sldMk cId="939581273" sldId="359"/>
            <ac:spMk id="6" creationId="{E378A50C-CF43-B9D3-16C9-EF8C66154E2E}"/>
          </ac:spMkLst>
        </pc:spChg>
        <pc:spChg chg="add mod">
          <ac:chgData name="Pranav Phanindra Sai Manepalli (Pranav Phanindra Manepalli)" userId="7b98a498-7da2-4d5a-afd7-e52659565db7" providerId="ADAL" clId="{4DCACDF9-0F83-4341-985C-65DE20A40FB2}" dt="2025-10-17T05:46:14.888" v="750" actId="1076"/>
          <ac:spMkLst>
            <pc:docMk/>
            <pc:sldMk cId="939581273" sldId="359"/>
            <ac:spMk id="8" creationId="{B17FCAAD-D380-782C-FFC4-1CF4F1802763}"/>
          </ac:spMkLst>
        </pc:spChg>
        <pc:spChg chg="add mod">
          <ac:chgData name="Pranav Phanindra Sai Manepalli (Pranav Phanindra Manepalli)" userId="7b98a498-7da2-4d5a-afd7-e52659565db7" providerId="ADAL" clId="{4DCACDF9-0F83-4341-985C-65DE20A40FB2}" dt="2025-10-17T05:46:24.266" v="752" actId="1076"/>
          <ac:spMkLst>
            <pc:docMk/>
            <pc:sldMk cId="939581273" sldId="359"/>
            <ac:spMk id="9" creationId="{3C4240DD-C183-E34E-6A12-44C423E8AA64}"/>
          </ac:spMkLst>
        </pc:spChg>
      </pc:sldChg>
      <pc:sldChg chg="del">
        <pc:chgData name="Pranav Phanindra Sai Manepalli (Pranav Phanindra Manepalli)" userId="7b98a498-7da2-4d5a-afd7-e52659565db7" providerId="ADAL" clId="{4DCACDF9-0F83-4341-985C-65DE20A40FB2}" dt="2025-10-17T09:41:10.736" v="2851" actId="47"/>
        <pc:sldMkLst>
          <pc:docMk/>
          <pc:sldMk cId="3730739117" sldId="360"/>
        </pc:sldMkLst>
      </pc:sldChg>
      <pc:sldChg chg="del">
        <pc:chgData name="Pranav Phanindra Sai Manepalli (Pranav Phanindra Manepalli)" userId="7b98a498-7da2-4d5a-afd7-e52659565db7" providerId="ADAL" clId="{4DCACDF9-0F83-4341-985C-65DE20A40FB2}" dt="2025-10-17T09:41:22.421" v="2853" actId="47"/>
        <pc:sldMkLst>
          <pc:docMk/>
          <pc:sldMk cId="4009572672" sldId="361"/>
        </pc:sldMkLst>
      </pc:sldChg>
      <pc:sldChg chg="del">
        <pc:chgData name="Pranav Phanindra Sai Manepalli (Pranav Phanindra Manepalli)" userId="7b98a498-7da2-4d5a-afd7-e52659565db7" providerId="ADAL" clId="{4DCACDF9-0F83-4341-985C-65DE20A40FB2}" dt="2025-10-17T09:41:03.706" v="2850" actId="47"/>
        <pc:sldMkLst>
          <pc:docMk/>
          <pc:sldMk cId="2381517276" sldId="362"/>
        </pc:sldMkLst>
      </pc:sldChg>
      <pc:sldChg chg="modSp mod ord">
        <pc:chgData name="Pranav Phanindra Sai Manepalli (Pranav Phanindra Manepalli)" userId="7b98a498-7da2-4d5a-afd7-e52659565db7" providerId="ADAL" clId="{4DCACDF9-0F83-4341-985C-65DE20A40FB2}" dt="2025-10-17T06:51:01.913" v="1525" actId="20577"/>
        <pc:sldMkLst>
          <pc:docMk/>
          <pc:sldMk cId="3892918089" sldId="363"/>
        </pc:sldMkLst>
        <pc:spChg chg="mod">
          <ac:chgData name="Pranav Phanindra Sai Manepalli (Pranav Phanindra Manepalli)" userId="7b98a498-7da2-4d5a-afd7-e52659565db7" providerId="ADAL" clId="{4DCACDF9-0F83-4341-985C-65DE20A40FB2}" dt="2025-10-17T06:51:01.913" v="1525" actId="20577"/>
          <ac:spMkLst>
            <pc:docMk/>
            <pc:sldMk cId="3892918089" sldId="363"/>
            <ac:spMk id="2" creationId="{6DC8F389-6369-3625-B801-B648F15A92A6}"/>
          </ac:spMkLst>
        </pc:spChg>
      </pc:sldChg>
      <pc:sldChg chg="del">
        <pc:chgData name="Pranav Phanindra Sai Manepalli (Pranav Phanindra Manepalli)" userId="7b98a498-7da2-4d5a-afd7-e52659565db7" providerId="ADAL" clId="{4DCACDF9-0F83-4341-985C-65DE20A40FB2}" dt="2025-10-17T09:41:03.706" v="2850" actId="47"/>
        <pc:sldMkLst>
          <pc:docMk/>
          <pc:sldMk cId="2156042099" sldId="365"/>
        </pc:sldMkLst>
      </pc:sldChg>
      <pc:sldChg chg="del">
        <pc:chgData name="Pranav Phanindra Sai Manepalli (Pranav Phanindra Manepalli)" userId="7b98a498-7da2-4d5a-afd7-e52659565db7" providerId="ADAL" clId="{4DCACDF9-0F83-4341-985C-65DE20A40FB2}" dt="2025-10-17T09:41:03.706" v="2850" actId="47"/>
        <pc:sldMkLst>
          <pc:docMk/>
          <pc:sldMk cId="3938845541" sldId="366"/>
        </pc:sldMkLst>
      </pc:sldChg>
      <pc:sldChg chg="del">
        <pc:chgData name="Pranav Phanindra Sai Manepalli (Pranav Phanindra Manepalli)" userId="7b98a498-7da2-4d5a-afd7-e52659565db7" providerId="ADAL" clId="{4DCACDF9-0F83-4341-985C-65DE20A40FB2}" dt="2025-10-17T09:41:03.706" v="2850" actId="47"/>
        <pc:sldMkLst>
          <pc:docMk/>
          <pc:sldMk cId="3927160613" sldId="367"/>
        </pc:sldMkLst>
      </pc:sldChg>
      <pc:sldChg chg="del">
        <pc:chgData name="Pranav Phanindra Sai Manepalli (Pranav Phanindra Manepalli)" userId="7b98a498-7da2-4d5a-afd7-e52659565db7" providerId="ADAL" clId="{4DCACDF9-0F83-4341-985C-65DE20A40FB2}" dt="2025-10-17T09:41:10.736" v="2851" actId="47"/>
        <pc:sldMkLst>
          <pc:docMk/>
          <pc:sldMk cId="2219130559" sldId="368"/>
        </pc:sldMkLst>
      </pc:sldChg>
      <pc:sldChg chg="del">
        <pc:chgData name="Pranav Phanindra Sai Manepalli (Pranav Phanindra Manepalli)" userId="7b98a498-7da2-4d5a-afd7-e52659565db7" providerId="ADAL" clId="{4DCACDF9-0F83-4341-985C-65DE20A40FB2}" dt="2025-10-17T09:41:03.706" v="2850" actId="47"/>
        <pc:sldMkLst>
          <pc:docMk/>
          <pc:sldMk cId="1080593311" sldId="369"/>
        </pc:sldMkLst>
      </pc:sldChg>
      <pc:sldChg chg="modSp mod ord">
        <pc:chgData name="Pranav Phanindra Sai Manepalli (Pranav Phanindra Manepalli)" userId="7b98a498-7da2-4d5a-afd7-e52659565db7" providerId="ADAL" clId="{4DCACDF9-0F83-4341-985C-65DE20A40FB2}" dt="2025-10-21T10:20:57.513" v="3380" actId="20577"/>
        <pc:sldMkLst>
          <pc:docMk/>
          <pc:sldMk cId="3590699986" sldId="370"/>
        </pc:sldMkLst>
        <pc:spChg chg="mod">
          <ac:chgData name="Pranav Phanindra Sai Manepalli (Pranav Phanindra Manepalli)" userId="7b98a498-7da2-4d5a-afd7-e52659565db7" providerId="ADAL" clId="{4DCACDF9-0F83-4341-985C-65DE20A40FB2}" dt="2025-10-16T11:16:09.031" v="36" actId="20577"/>
          <ac:spMkLst>
            <pc:docMk/>
            <pc:sldMk cId="3590699986" sldId="370"/>
            <ac:spMk id="2" creationId="{36041A5A-0974-0EA8-29A5-FE164BC1F4AA}"/>
          </ac:spMkLst>
        </pc:spChg>
        <pc:spChg chg="mod">
          <ac:chgData name="Pranav Phanindra Sai Manepalli (Pranav Phanindra Manepalli)" userId="7b98a498-7da2-4d5a-afd7-e52659565db7" providerId="ADAL" clId="{4DCACDF9-0F83-4341-985C-65DE20A40FB2}" dt="2025-10-21T10:20:57.513" v="3380" actId="20577"/>
          <ac:spMkLst>
            <pc:docMk/>
            <pc:sldMk cId="3590699986" sldId="370"/>
            <ac:spMk id="3" creationId="{3D77488B-AB1B-7672-33A4-4F3E6227ED23}"/>
          </ac:spMkLst>
        </pc:spChg>
        <pc:spChg chg="mod">
          <ac:chgData name="Pranav Phanindra Sai Manepalli (Pranav Phanindra Manepalli)" userId="7b98a498-7da2-4d5a-afd7-e52659565db7" providerId="ADAL" clId="{4DCACDF9-0F83-4341-985C-65DE20A40FB2}" dt="2025-10-16T11:16:25.623" v="87" actId="20577"/>
          <ac:spMkLst>
            <pc:docMk/>
            <pc:sldMk cId="3590699986" sldId="370"/>
            <ac:spMk id="4" creationId="{D274EC47-4B80-2ADC-78B6-03494F2B8060}"/>
          </ac:spMkLst>
        </pc:spChg>
      </pc:sldChg>
      <pc:sldChg chg="addSp delSp modSp add del mod ord">
        <pc:chgData name="Pranav Phanindra Sai Manepalli (Pranav Phanindra Manepalli)" userId="7b98a498-7da2-4d5a-afd7-e52659565db7" providerId="ADAL" clId="{4DCACDF9-0F83-4341-985C-65DE20A40FB2}" dt="2025-10-17T05:46:28.905" v="753" actId="2696"/>
        <pc:sldMkLst>
          <pc:docMk/>
          <pc:sldMk cId="2820177919" sldId="371"/>
        </pc:sldMkLst>
      </pc:sldChg>
      <pc:sldChg chg="modSp add mod modNotesTx">
        <pc:chgData name="Pranav Phanindra Sai Manepalli (Pranav Phanindra Manepalli)" userId="7b98a498-7da2-4d5a-afd7-e52659565db7" providerId="ADAL" clId="{4DCACDF9-0F83-4341-985C-65DE20A40FB2}" dt="2025-10-17T11:58:34.165" v="3351" actId="403"/>
        <pc:sldMkLst>
          <pc:docMk/>
          <pc:sldMk cId="1433857847" sldId="372"/>
        </pc:sldMkLst>
        <pc:spChg chg="mod">
          <ac:chgData name="Pranav Phanindra Sai Manepalli (Pranav Phanindra Manepalli)" userId="7b98a498-7da2-4d5a-afd7-e52659565db7" providerId="ADAL" clId="{4DCACDF9-0F83-4341-985C-65DE20A40FB2}" dt="2025-10-17T11:58:34.165" v="3351" actId="403"/>
          <ac:spMkLst>
            <pc:docMk/>
            <pc:sldMk cId="1433857847" sldId="372"/>
            <ac:spMk id="3" creationId="{BB391781-1F28-CF63-01C6-A0DAD61C6C54}"/>
          </ac:spMkLst>
        </pc:spChg>
        <pc:spChg chg="mod">
          <ac:chgData name="Pranav Phanindra Sai Manepalli (Pranav Phanindra Manepalli)" userId="7b98a498-7da2-4d5a-afd7-e52659565db7" providerId="ADAL" clId="{4DCACDF9-0F83-4341-985C-65DE20A40FB2}" dt="2025-10-17T11:58:30.715" v="3349" actId="403"/>
          <ac:spMkLst>
            <pc:docMk/>
            <pc:sldMk cId="1433857847" sldId="372"/>
            <ac:spMk id="4" creationId="{1B6E5921-23AB-7899-FAAF-8F7DBD9D6454}"/>
          </ac:spMkLst>
        </pc:spChg>
        <pc:spChg chg="mod">
          <ac:chgData name="Pranav Phanindra Sai Manepalli (Pranav Phanindra Manepalli)" userId="7b98a498-7da2-4d5a-afd7-e52659565db7" providerId="ADAL" clId="{4DCACDF9-0F83-4341-985C-65DE20A40FB2}" dt="2025-10-17T11:58:30.715" v="3349" actId="403"/>
          <ac:spMkLst>
            <pc:docMk/>
            <pc:sldMk cId="1433857847" sldId="372"/>
            <ac:spMk id="6" creationId="{78731D8D-4599-EC52-C802-E14808D28F43}"/>
          </ac:spMkLst>
        </pc:spChg>
        <pc:spChg chg="mod">
          <ac:chgData name="Pranav Phanindra Sai Manepalli (Pranav Phanindra Manepalli)" userId="7b98a498-7da2-4d5a-afd7-e52659565db7" providerId="ADAL" clId="{4DCACDF9-0F83-4341-985C-65DE20A40FB2}" dt="2025-10-17T11:58:30.715" v="3349" actId="403"/>
          <ac:spMkLst>
            <pc:docMk/>
            <pc:sldMk cId="1433857847" sldId="372"/>
            <ac:spMk id="7" creationId="{D27F1951-2091-9BBA-A7E2-07AE02110F91}"/>
          </ac:spMkLst>
        </pc:spChg>
      </pc:sldChg>
      <pc:sldChg chg="add del">
        <pc:chgData name="Pranav Phanindra Sai Manepalli (Pranav Phanindra Manepalli)" userId="7b98a498-7da2-4d5a-afd7-e52659565db7" providerId="ADAL" clId="{4DCACDF9-0F83-4341-985C-65DE20A40FB2}" dt="2025-10-17T09:41:22.421" v="2853" actId="47"/>
        <pc:sldMkLst>
          <pc:docMk/>
          <pc:sldMk cId="2408760723" sldId="373"/>
        </pc:sldMkLst>
      </pc:sldChg>
      <pc:sldChg chg="add del">
        <pc:chgData name="Pranav Phanindra Sai Manepalli (Pranav Phanindra Manepalli)" userId="7b98a498-7da2-4d5a-afd7-e52659565db7" providerId="ADAL" clId="{4DCACDF9-0F83-4341-985C-65DE20A40FB2}" dt="2025-10-17T09:41:22.421" v="2853" actId="47"/>
        <pc:sldMkLst>
          <pc:docMk/>
          <pc:sldMk cId="439946006" sldId="374"/>
        </pc:sldMkLst>
      </pc:sldChg>
      <pc:sldChg chg="addSp delSp modSp add del mod modClrScheme chgLayout">
        <pc:chgData name="Pranav Phanindra Sai Manepalli (Pranav Phanindra Manepalli)" userId="7b98a498-7da2-4d5a-afd7-e52659565db7" providerId="ADAL" clId="{4DCACDF9-0F83-4341-985C-65DE20A40FB2}" dt="2025-10-17T05:57:54.311" v="829" actId="2696"/>
        <pc:sldMkLst>
          <pc:docMk/>
          <pc:sldMk cId="3290738578" sldId="375"/>
        </pc:sldMkLst>
      </pc:sldChg>
      <pc:sldChg chg="addSp delSp modSp new add del mod modClrScheme chgLayout">
        <pc:chgData name="Pranav Phanindra Sai Manepalli (Pranav Phanindra Manepalli)" userId="7b98a498-7da2-4d5a-afd7-e52659565db7" providerId="ADAL" clId="{4DCACDF9-0F83-4341-985C-65DE20A40FB2}" dt="2025-10-17T06:13:24.345" v="1334" actId="2696"/>
        <pc:sldMkLst>
          <pc:docMk/>
          <pc:sldMk cId="3425583144" sldId="375"/>
        </pc:sldMkLst>
      </pc:sldChg>
      <pc:sldChg chg="addSp delSp modSp add mod modClrScheme chgLayout">
        <pc:chgData name="Pranav Phanindra Sai Manepalli (Pranav Phanindra Manepalli)" userId="7b98a498-7da2-4d5a-afd7-e52659565db7" providerId="ADAL" clId="{4DCACDF9-0F83-4341-985C-65DE20A40FB2}" dt="2025-10-17T11:58:15.835" v="3347" actId="403"/>
        <pc:sldMkLst>
          <pc:docMk/>
          <pc:sldMk cId="279458373" sldId="376"/>
        </pc:sldMkLst>
        <pc:spChg chg="add mod ord">
          <ac:chgData name="Pranav Phanindra Sai Manepalli (Pranav Phanindra Manepalli)" userId="7b98a498-7da2-4d5a-afd7-e52659565db7" providerId="ADAL" clId="{4DCACDF9-0F83-4341-985C-65DE20A40FB2}" dt="2025-10-17T11:58:15.835" v="3347" actId="403"/>
          <ac:spMkLst>
            <pc:docMk/>
            <pc:sldMk cId="279458373" sldId="376"/>
            <ac:spMk id="4" creationId="{20EE5D51-4E09-D5D5-BC07-55649FCDDD1A}"/>
          </ac:spMkLst>
        </pc:spChg>
        <pc:spChg chg="mod ord">
          <ac:chgData name="Pranav Phanindra Sai Manepalli (Pranav Phanindra Manepalli)" userId="7b98a498-7da2-4d5a-afd7-e52659565db7" providerId="ADAL" clId="{4DCACDF9-0F83-4341-985C-65DE20A40FB2}" dt="2025-10-17T11:58:15.835" v="3347" actId="403"/>
          <ac:spMkLst>
            <pc:docMk/>
            <pc:sldMk cId="279458373" sldId="376"/>
            <ac:spMk id="5" creationId="{C1B61B66-C88F-EC99-1376-842D07767C46}"/>
          </ac:spMkLst>
        </pc:spChg>
        <pc:spChg chg="add mod ord">
          <ac:chgData name="Pranav Phanindra Sai Manepalli (Pranav Phanindra Manepalli)" userId="7b98a498-7da2-4d5a-afd7-e52659565db7" providerId="ADAL" clId="{4DCACDF9-0F83-4341-985C-65DE20A40FB2}" dt="2025-10-17T11:58:15.835" v="3347" actId="403"/>
          <ac:spMkLst>
            <pc:docMk/>
            <pc:sldMk cId="279458373" sldId="376"/>
            <ac:spMk id="6" creationId="{BE1CC49A-183E-F382-CA68-A56053BB3B6A}"/>
          </ac:spMkLst>
        </pc:spChg>
        <pc:spChg chg="add mod ord">
          <ac:chgData name="Pranav Phanindra Sai Manepalli (Pranav Phanindra Manepalli)" userId="7b98a498-7da2-4d5a-afd7-e52659565db7" providerId="ADAL" clId="{4DCACDF9-0F83-4341-985C-65DE20A40FB2}" dt="2025-10-17T11:58:15.835" v="3347" actId="403"/>
          <ac:spMkLst>
            <pc:docMk/>
            <pc:sldMk cId="279458373" sldId="376"/>
            <ac:spMk id="7" creationId="{0DC05D39-1F2C-33F1-72F0-AF4B6070051E}"/>
          </ac:spMkLst>
        </pc:spChg>
      </pc:sldChg>
      <pc:sldChg chg="add del">
        <pc:chgData name="Pranav Phanindra Sai Manepalli (Pranav Phanindra Manepalli)" userId="7b98a498-7da2-4d5a-afd7-e52659565db7" providerId="ADAL" clId="{4DCACDF9-0F83-4341-985C-65DE20A40FB2}" dt="2025-10-17T09:41:03.706" v="2850" actId="47"/>
        <pc:sldMkLst>
          <pc:docMk/>
          <pc:sldMk cId="2363280441" sldId="377"/>
        </pc:sldMkLst>
      </pc:sldChg>
      <pc:sldChg chg="modSp add mod">
        <pc:chgData name="Pranav Phanindra Sai Manepalli (Pranav Phanindra Manepalli)" userId="7b98a498-7da2-4d5a-afd7-e52659565db7" providerId="ADAL" clId="{4DCACDF9-0F83-4341-985C-65DE20A40FB2}" dt="2025-10-17T06:46:48.141" v="1411" actId="20577"/>
        <pc:sldMkLst>
          <pc:docMk/>
          <pc:sldMk cId="1727221091" sldId="378"/>
        </pc:sldMkLst>
        <pc:spChg chg="mod">
          <ac:chgData name="Pranav Phanindra Sai Manepalli (Pranav Phanindra Manepalli)" userId="7b98a498-7da2-4d5a-afd7-e52659565db7" providerId="ADAL" clId="{4DCACDF9-0F83-4341-985C-65DE20A40FB2}" dt="2025-10-17T06:46:48.141" v="1411" actId="20577"/>
          <ac:spMkLst>
            <pc:docMk/>
            <pc:sldMk cId="1727221091" sldId="378"/>
            <ac:spMk id="2" creationId="{469EB3FF-89E7-4A9F-85AD-D52974E530DC}"/>
          </ac:spMkLst>
        </pc:spChg>
      </pc:sldChg>
      <pc:sldChg chg="addSp delSp modSp new mod modClrScheme chgLayout">
        <pc:chgData name="Pranav Phanindra Sai Manepalli (Pranav Phanindra Manepalli)" userId="7b98a498-7da2-4d5a-afd7-e52659565db7" providerId="ADAL" clId="{4DCACDF9-0F83-4341-985C-65DE20A40FB2}" dt="2025-10-17T11:49:30.387" v="3326" actId="1076"/>
        <pc:sldMkLst>
          <pc:docMk/>
          <pc:sldMk cId="1252145346" sldId="379"/>
        </pc:sldMkLst>
        <pc:spChg chg="add mod ord">
          <ac:chgData name="Pranav Phanindra Sai Manepalli (Pranav Phanindra Manepalli)" userId="7b98a498-7da2-4d5a-afd7-e52659565db7" providerId="ADAL" clId="{4DCACDF9-0F83-4341-985C-65DE20A40FB2}" dt="2025-10-17T06:50:14.348" v="1519" actId="20577"/>
          <ac:spMkLst>
            <pc:docMk/>
            <pc:sldMk cId="1252145346" sldId="379"/>
            <ac:spMk id="3" creationId="{FCE2037D-5DE1-BEC7-B29E-39A3D3761055}"/>
          </ac:spMkLst>
        </pc:spChg>
        <pc:spChg chg="add mod ord">
          <ac:chgData name="Pranav Phanindra Sai Manepalli (Pranav Phanindra Manepalli)" userId="7b98a498-7da2-4d5a-afd7-e52659565db7" providerId="ADAL" clId="{4DCACDF9-0F83-4341-985C-65DE20A40FB2}" dt="2025-10-17T07:06:11.626" v="1732" actId="313"/>
          <ac:spMkLst>
            <pc:docMk/>
            <pc:sldMk cId="1252145346" sldId="379"/>
            <ac:spMk id="5" creationId="{E12DB0C7-667D-C63F-DDD5-90DB771CEF06}"/>
          </ac:spMkLst>
        </pc:spChg>
        <pc:spChg chg="add mod ord">
          <ac:chgData name="Pranav Phanindra Sai Manepalli (Pranav Phanindra Manepalli)" userId="7b98a498-7da2-4d5a-afd7-e52659565db7" providerId="ADAL" clId="{4DCACDF9-0F83-4341-985C-65DE20A40FB2}" dt="2025-10-17T07:03:39.111" v="1731" actId="20577"/>
          <ac:spMkLst>
            <pc:docMk/>
            <pc:sldMk cId="1252145346" sldId="379"/>
            <ac:spMk id="6" creationId="{0731D50B-DDD6-585A-21CE-4294B2C05A78}"/>
          </ac:spMkLst>
        </pc:spChg>
        <pc:picChg chg="add mod">
          <ac:chgData name="Pranav Phanindra Sai Manepalli (Pranav Phanindra Manepalli)" userId="7b98a498-7da2-4d5a-afd7-e52659565db7" providerId="ADAL" clId="{4DCACDF9-0F83-4341-985C-65DE20A40FB2}" dt="2025-10-17T11:49:30.387" v="3326" actId="1076"/>
          <ac:picMkLst>
            <pc:docMk/>
            <pc:sldMk cId="1252145346" sldId="379"/>
            <ac:picMk id="14" creationId="{1F67E877-9F99-5F53-6E94-27F2426794E8}"/>
          </ac:picMkLst>
        </pc:picChg>
      </pc:sldChg>
      <pc:sldChg chg="addSp delSp modSp new mod">
        <pc:chgData name="Pranav Phanindra Sai Manepalli (Pranav Phanindra Manepalli)" userId="7b98a498-7da2-4d5a-afd7-e52659565db7" providerId="ADAL" clId="{4DCACDF9-0F83-4341-985C-65DE20A40FB2}" dt="2025-10-17T12:18:00.237" v="3378" actId="27636"/>
        <pc:sldMkLst>
          <pc:docMk/>
          <pc:sldMk cId="1541747359" sldId="380"/>
        </pc:sldMkLst>
        <pc:spChg chg="mod">
          <ac:chgData name="Pranav Phanindra Sai Manepalli (Pranav Phanindra Manepalli)" userId="7b98a498-7da2-4d5a-afd7-e52659565db7" providerId="ADAL" clId="{4DCACDF9-0F83-4341-985C-65DE20A40FB2}" dt="2025-10-17T12:17:53.895" v="3376" actId="255"/>
          <ac:spMkLst>
            <pc:docMk/>
            <pc:sldMk cId="1541747359" sldId="380"/>
            <ac:spMk id="2" creationId="{DEDFBDC8-31A5-7B58-CCA3-8E4F645676E0}"/>
          </ac:spMkLst>
        </pc:spChg>
        <pc:spChg chg="mod">
          <ac:chgData name="Pranav Phanindra Sai Manepalli (Pranav Phanindra Manepalli)" userId="7b98a498-7da2-4d5a-afd7-e52659565db7" providerId="ADAL" clId="{4DCACDF9-0F83-4341-985C-65DE20A40FB2}" dt="2025-10-17T12:18:00.237" v="3378" actId="27636"/>
          <ac:spMkLst>
            <pc:docMk/>
            <pc:sldMk cId="1541747359" sldId="380"/>
            <ac:spMk id="4" creationId="{FF481B75-2245-3017-ABF2-19A4DBFC2E42}"/>
          </ac:spMkLst>
        </pc:spChg>
        <pc:spChg chg="add mod">
          <ac:chgData name="Pranav Phanindra Sai Manepalli (Pranav Phanindra Manepalli)" userId="7b98a498-7da2-4d5a-afd7-e52659565db7" providerId="ADAL" clId="{4DCACDF9-0F83-4341-985C-65DE20A40FB2}" dt="2025-10-17T08:39:47.003" v="1915" actId="1076"/>
          <ac:spMkLst>
            <pc:docMk/>
            <pc:sldMk cId="1541747359" sldId="380"/>
            <ac:spMk id="9" creationId="{6026D763-8931-528F-01AF-DE576F34408B}"/>
          </ac:spMkLst>
        </pc:spChg>
        <pc:picChg chg="add mod">
          <ac:chgData name="Pranav Phanindra Sai Manepalli (Pranav Phanindra Manepalli)" userId="7b98a498-7da2-4d5a-afd7-e52659565db7" providerId="ADAL" clId="{4DCACDF9-0F83-4341-985C-65DE20A40FB2}" dt="2025-10-17T08:39:52.756" v="1917" actId="1076"/>
          <ac:picMkLst>
            <pc:docMk/>
            <pc:sldMk cId="1541747359" sldId="380"/>
            <ac:picMk id="7" creationId="{2C4C4186-7A07-18EB-6DD8-C1C4F9CE342F}"/>
          </ac:picMkLst>
        </pc:picChg>
      </pc:sldChg>
      <pc:sldChg chg="addSp delSp modSp new del mod modClrScheme chgLayout">
        <pc:chgData name="Pranav Phanindra Sai Manepalli (Pranav Phanindra Manepalli)" userId="7b98a498-7da2-4d5a-afd7-e52659565db7" providerId="ADAL" clId="{4DCACDF9-0F83-4341-985C-65DE20A40FB2}" dt="2025-10-17T07:13:45.337" v="1742" actId="2696"/>
        <pc:sldMkLst>
          <pc:docMk/>
          <pc:sldMk cId="3985726010" sldId="380"/>
        </pc:sldMkLst>
      </pc:sldChg>
      <pc:sldChg chg="addSp delSp modSp new mod ord modClrScheme chgLayout">
        <pc:chgData name="Pranav Phanindra Sai Manepalli (Pranav Phanindra Manepalli)" userId="7b98a498-7da2-4d5a-afd7-e52659565db7" providerId="ADAL" clId="{4DCACDF9-0F83-4341-985C-65DE20A40FB2}" dt="2025-10-17T11:49:45.319" v="3331" actId="1076"/>
        <pc:sldMkLst>
          <pc:docMk/>
          <pc:sldMk cId="3283289051" sldId="381"/>
        </pc:sldMkLst>
        <pc:spChg chg="add mod ord">
          <ac:chgData name="Pranav Phanindra Sai Manepalli (Pranav Phanindra Manepalli)" userId="7b98a498-7da2-4d5a-afd7-e52659565db7" providerId="ADAL" clId="{4DCACDF9-0F83-4341-985C-65DE20A40FB2}" dt="2025-10-17T09:07:46.165" v="2545" actId="20577"/>
          <ac:spMkLst>
            <pc:docMk/>
            <pc:sldMk cId="3283289051" sldId="381"/>
            <ac:spMk id="12" creationId="{F1949E86-5746-D7C4-E904-A670CDF21387}"/>
          </ac:spMkLst>
        </pc:spChg>
        <pc:picChg chg="add mod">
          <ac:chgData name="Pranav Phanindra Sai Manepalli (Pranav Phanindra Manepalli)" userId="7b98a498-7da2-4d5a-afd7-e52659565db7" providerId="ADAL" clId="{4DCACDF9-0F83-4341-985C-65DE20A40FB2}" dt="2025-10-17T11:49:45.319" v="3331" actId="1076"/>
          <ac:picMkLst>
            <pc:docMk/>
            <pc:sldMk cId="3283289051" sldId="381"/>
            <ac:picMk id="17" creationId="{04553615-3D71-9774-C9CC-327773975F6A}"/>
          </ac:picMkLst>
        </pc:picChg>
      </pc:sldChg>
      <pc:sldChg chg="addSp delSp modSp add mod">
        <pc:chgData name="Pranav Phanindra Sai Manepalli (Pranav Phanindra Manepalli)" userId="7b98a498-7da2-4d5a-afd7-e52659565db7" providerId="ADAL" clId="{4DCACDF9-0F83-4341-985C-65DE20A40FB2}" dt="2025-10-17T11:49:41.577" v="3330" actId="1076"/>
        <pc:sldMkLst>
          <pc:docMk/>
          <pc:sldMk cId="4081771002" sldId="382"/>
        </pc:sldMkLst>
        <pc:spChg chg="add mod">
          <ac:chgData name="Pranav Phanindra Sai Manepalli (Pranav Phanindra Manepalli)" userId="7b98a498-7da2-4d5a-afd7-e52659565db7" providerId="ADAL" clId="{4DCACDF9-0F83-4341-985C-65DE20A40FB2}" dt="2025-10-17T09:05:33.442" v="2444" actId="20577"/>
          <ac:spMkLst>
            <pc:docMk/>
            <pc:sldMk cId="4081771002" sldId="382"/>
            <ac:spMk id="3" creationId="{18C5F5BE-4787-07EC-2427-2779609DF546}"/>
          </ac:spMkLst>
        </pc:spChg>
        <pc:spChg chg="mod">
          <ac:chgData name="Pranav Phanindra Sai Manepalli (Pranav Phanindra Manepalli)" userId="7b98a498-7da2-4d5a-afd7-e52659565db7" providerId="ADAL" clId="{4DCACDF9-0F83-4341-985C-65DE20A40FB2}" dt="2025-10-17T11:38:01.503" v="3255" actId="113"/>
          <ac:spMkLst>
            <pc:docMk/>
            <pc:sldMk cId="4081771002" sldId="382"/>
            <ac:spMk id="12" creationId="{09CC2560-3D4C-593F-DEA8-48FC4ED5149C}"/>
          </ac:spMkLst>
        </pc:spChg>
        <pc:picChg chg="add mod">
          <ac:chgData name="Pranav Phanindra Sai Manepalli (Pranav Phanindra Manepalli)" userId="7b98a498-7da2-4d5a-afd7-e52659565db7" providerId="ADAL" clId="{4DCACDF9-0F83-4341-985C-65DE20A40FB2}" dt="2025-10-17T11:49:41.577" v="3330" actId="1076"/>
          <ac:picMkLst>
            <pc:docMk/>
            <pc:sldMk cId="4081771002" sldId="382"/>
            <ac:picMk id="5" creationId="{AC375F79-73F0-C2B6-BD01-D097F69466E7}"/>
          </ac:picMkLst>
        </pc:picChg>
      </pc:sldChg>
      <pc:sldChg chg="addSp delSp modSp new mod modClrScheme chgLayout">
        <pc:chgData name="Pranav Phanindra Sai Manepalli (Pranav Phanindra Manepalli)" userId="7b98a498-7da2-4d5a-afd7-e52659565db7" providerId="ADAL" clId="{4DCACDF9-0F83-4341-985C-65DE20A40FB2}" dt="2025-10-17T11:51:48.468" v="3344" actId="2711"/>
        <pc:sldMkLst>
          <pc:docMk/>
          <pc:sldMk cId="1569183155" sldId="383"/>
        </pc:sldMkLst>
        <pc:spChg chg="add mod">
          <ac:chgData name="Pranav Phanindra Sai Manepalli (Pranav Phanindra Manepalli)" userId="7b98a498-7da2-4d5a-afd7-e52659565db7" providerId="ADAL" clId="{4DCACDF9-0F83-4341-985C-65DE20A40FB2}" dt="2025-10-17T09:35:21.453" v="2754" actId="20577"/>
          <ac:spMkLst>
            <pc:docMk/>
            <pc:sldMk cId="1569183155" sldId="383"/>
            <ac:spMk id="10" creationId="{BDF4ADF2-C8DC-25EB-61C3-29EBE2CC9A1F}"/>
          </ac:spMkLst>
        </pc:spChg>
        <pc:spChg chg="add mod">
          <ac:chgData name="Pranav Phanindra Sai Manepalli (Pranav Phanindra Manepalli)" userId="7b98a498-7da2-4d5a-afd7-e52659565db7" providerId="ADAL" clId="{4DCACDF9-0F83-4341-985C-65DE20A40FB2}" dt="2025-10-17T11:50:41.606" v="3341" actId="403"/>
          <ac:spMkLst>
            <pc:docMk/>
            <pc:sldMk cId="1569183155" sldId="383"/>
            <ac:spMk id="12" creationId="{685485D2-02F9-9A02-6F3E-6466DFD23CD8}"/>
          </ac:spMkLst>
        </pc:spChg>
        <pc:spChg chg="add mod">
          <ac:chgData name="Pranav Phanindra Sai Manepalli (Pranav Phanindra Manepalli)" userId="7b98a498-7da2-4d5a-afd7-e52659565db7" providerId="ADAL" clId="{4DCACDF9-0F83-4341-985C-65DE20A40FB2}" dt="2025-10-17T09:34:11.812" v="2608" actId="20577"/>
          <ac:spMkLst>
            <pc:docMk/>
            <pc:sldMk cId="1569183155" sldId="383"/>
            <ac:spMk id="14" creationId="{050AF471-50AE-8288-1770-2B4B998434BD}"/>
          </ac:spMkLst>
        </pc:spChg>
        <pc:graphicFrameChg chg="add mod modGraphic">
          <ac:chgData name="Pranav Phanindra Sai Manepalli (Pranav Phanindra Manepalli)" userId="7b98a498-7da2-4d5a-afd7-e52659565db7" providerId="ADAL" clId="{4DCACDF9-0F83-4341-985C-65DE20A40FB2}" dt="2025-10-17T11:51:48.468" v="3344" actId="2711"/>
          <ac:graphicFrameMkLst>
            <pc:docMk/>
            <pc:sldMk cId="1569183155" sldId="383"/>
            <ac:graphicFrameMk id="5" creationId="{F0A9DBF1-3549-E698-80EB-9AC5677CDA7F}"/>
          </ac:graphicFrameMkLst>
        </pc:graphicFrameChg>
      </pc:sldChg>
      <pc:sldChg chg="addSp delSp modSp new mod">
        <pc:chgData name="Pranav Phanindra Sai Manepalli (Pranav Phanindra Manepalli)" userId="7b98a498-7da2-4d5a-afd7-e52659565db7" providerId="ADAL" clId="{4DCACDF9-0F83-4341-985C-65DE20A40FB2}" dt="2025-10-17T11:59:02.568" v="3356" actId="27636"/>
        <pc:sldMkLst>
          <pc:docMk/>
          <pc:sldMk cId="2562504222" sldId="384"/>
        </pc:sldMkLst>
        <pc:spChg chg="mod">
          <ac:chgData name="Pranav Phanindra Sai Manepalli (Pranav Phanindra Manepalli)" userId="7b98a498-7da2-4d5a-afd7-e52659565db7" providerId="ADAL" clId="{4DCACDF9-0F83-4341-985C-65DE20A40FB2}" dt="2025-10-17T11:59:02.568" v="3356" actId="27636"/>
          <ac:spMkLst>
            <pc:docMk/>
            <pc:sldMk cId="2562504222" sldId="384"/>
            <ac:spMk id="4" creationId="{B780FC50-DE01-60FE-E6ED-D9B2FEC43D93}"/>
          </ac:spMkLst>
        </pc:spChg>
        <pc:spChg chg="mod">
          <ac:chgData name="Pranav Phanindra Sai Manepalli (Pranav Phanindra Manepalli)" userId="7b98a498-7da2-4d5a-afd7-e52659565db7" providerId="ADAL" clId="{4DCACDF9-0F83-4341-985C-65DE20A40FB2}" dt="2025-10-17T11:59:02.566" v="3355" actId="403"/>
          <ac:spMkLst>
            <pc:docMk/>
            <pc:sldMk cId="2562504222" sldId="384"/>
            <ac:spMk id="5" creationId="{6933EE4B-868E-766E-AD30-FD8DC7006134}"/>
          </ac:spMkLst>
        </pc:spChg>
        <pc:picChg chg="add mod">
          <ac:chgData name="Pranav Phanindra Sai Manepalli (Pranav Phanindra Manepalli)" userId="7b98a498-7da2-4d5a-afd7-e52659565db7" providerId="ADAL" clId="{4DCACDF9-0F83-4341-985C-65DE20A40FB2}" dt="2025-10-17T09:46:40.594" v="2898" actId="1076"/>
          <ac:picMkLst>
            <pc:docMk/>
            <pc:sldMk cId="2562504222" sldId="384"/>
            <ac:picMk id="10" creationId="{75DCA39C-F8D8-A046-83FB-3307E986516A}"/>
          </ac:picMkLst>
        </pc:picChg>
      </pc:sldChg>
      <pc:sldChg chg="addSp delSp modSp new mod modClrScheme chgLayout">
        <pc:chgData name="Pranav Phanindra Sai Manepalli (Pranav Phanindra Manepalli)" userId="7b98a498-7da2-4d5a-afd7-e52659565db7" providerId="ADAL" clId="{4DCACDF9-0F83-4341-985C-65DE20A40FB2}" dt="2025-10-17T12:16:30.345" v="3365" actId="1076"/>
        <pc:sldMkLst>
          <pc:docMk/>
          <pc:sldMk cId="459739786" sldId="385"/>
        </pc:sldMkLst>
        <pc:spChg chg="add del mod ord">
          <ac:chgData name="Pranav Phanindra Sai Manepalli (Pranav Phanindra Manepalli)" userId="7b98a498-7da2-4d5a-afd7-e52659565db7" providerId="ADAL" clId="{4DCACDF9-0F83-4341-985C-65DE20A40FB2}" dt="2025-10-17T11:58:56.118" v="3353" actId="403"/>
          <ac:spMkLst>
            <pc:docMk/>
            <pc:sldMk cId="459739786" sldId="385"/>
            <ac:spMk id="4" creationId="{7208EE9B-5AD7-6CBA-E684-355832957589}"/>
          </ac:spMkLst>
        </pc:spChg>
        <pc:spChg chg="mod ord">
          <ac:chgData name="Pranav Phanindra Sai Manepalli (Pranav Phanindra Manepalli)" userId="7b98a498-7da2-4d5a-afd7-e52659565db7" providerId="ADAL" clId="{4DCACDF9-0F83-4341-985C-65DE20A40FB2}" dt="2025-10-17T11:58:56.118" v="3353" actId="403"/>
          <ac:spMkLst>
            <pc:docMk/>
            <pc:sldMk cId="459739786" sldId="385"/>
            <ac:spMk id="5" creationId="{74BF69F4-4B50-C67D-C042-59F0EB4F6998}"/>
          </ac:spMkLst>
        </pc:spChg>
        <pc:picChg chg="add mod">
          <ac:chgData name="Pranav Phanindra Sai Manepalli (Pranav Phanindra Manepalli)" userId="7b98a498-7da2-4d5a-afd7-e52659565db7" providerId="ADAL" clId="{4DCACDF9-0F83-4341-985C-65DE20A40FB2}" dt="2025-10-17T12:16:30.345" v="3365" actId="1076"/>
          <ac:picMkLst>
            <pc:docMk/>
            <pc:sldMk cId="459739786" sldId="385"/>
            <ac:picMk id="7" creationId="{A0478346-2253-C07C-E25A-D8612D7FA3FE}"/>
          </ac:picMkLst>
        </pc:picChg>
      </pc:sldChg>
      <pc:sldChg chg="addSp delSp modSp new mod modClrScheme chgLayout">
        <pc:chgData name="Pranav Phanindra Sai Manepalli (Pranav Phanindra Manepalli)" userId="7b98a498-7da2-4d5a-afd7-e52659565db7" providerId="ADAL" clId="{4DCACDF9-0F83-4341-985C-65DE20A40FB2}" dt="2025-10-17T11:59:07.773" v="3358" actId="403"/>
        <pc:sldMkLst>
          <pc:docMk/>
          <pc:sldMk cId="3334631808" sldId="386"/>
        </pc:sldMkLst>
        <pc:spChg chg="add mod ord">
          <ac:chgData name="Pranav Phanindra Sai Manepalli (Pranav Phanindra Manepalli)" userId="7b98a498-7da2-4d5a-afd7-e52659565db7" providerId="ADAL" clId="{4DCACDF9-0F83-4341-985C-65DE20A40FB2}" dt="2025-10-17T11:59:07.773" v="3358" actId="403"/>
          <ac:spMkLst>
            <pc:docMk/>
            <pc:sldMk cId="3334631808" sldId="386"/>
            <ac:spMk id="8" creationId="{3E0EEFA1-CB7A-4F8A-B34B-83EBF0967B7A}"/>
          </ac:spMkLst>
        </pc:spChg>
        <pc:spChg chg="add del mod ord">
          <ac:chgData name="Pranav Phanindra Sai Manepalli (Pranav Phanindra Manepalli)" userId="7b98a498-7da2-4d5a-afd7-e52659565db7" providerId="ADAL" clId="{4DCACDF9-0F83-4341-985C-65DE20A40FB2}" dt="2025-10-17T11:59:07.773" v="3358" actId="403"/>
          <ac:spMkLst>
            <pc:docMk/>
            <pc:sldMk cId="3334631808" sldId="386"/>
            <ac:spMk id="9" creationId="{08238798-2987-1D6C-0300-BD2ACC9531E8}"/>
          </ac:spMkLst>
        </pc:spChg>
      </pc:sldChg>
      <pc:sldChg chg="modSp add mod">
        <pc:chgData name="Pranav Phanindra Sai Manepalli (Pranav Phanindra Manepalli)" userId="7b98a498-7da2-4d5a-afd7-e52659565db7" providerId="ADAL" clId="{4DCACDF9-0F83-4341-985C-65DE20A40FB2}" dt="2025-10-17T11:59:11.929" v="3360" actId="403"/>
        <pc:sldMkLst>
          <pc:docMk/>
          <pc:sldMk cId="459652397" sldId="387"/>
        </pc:sldMkLst>
        <pc:spChg chg="mod">
          <ac:chgData name="Pranav Phanindra Sai Manepalli (Pranav Phanindra Manepalli)" userId="7b98a498-7da2-4d5a-afd7-e52659565db7" providerId="ADAL" clId="{4DCACDF9-0F83-4341-985C-65DE20A40FB2}" dt="2025-10-17T11:59:11.929" v="3360" actId="403"/>
          <ac:spMkLst>
            <pc:docMk/>
            <pc:sldMk cId="459652397" sldId="387"/>
            <ac:spMk id="8" creationId="{4798DC7E-C971-4082-16FA-2BA333BD47FF}"/>
          </ac:spMkLst>
        </pc:spChg>
        <pc:spChg chg="mod">
          <ac:chgData name="Pranav Phanindra Sai Manepalli (Pranav Phanindra Manepalli)" userId="7b98a498-7da2-4d5a-afd7-e52659565db7" providerId="ADAL" clId="{4DCACDF9-0F83-4341-985C-65DE20A40FB2}" dt="2025-10-17T11:59:11.929" v="3360" actId="403"/>
          <ac:spMkLst>
            <pc:docMk/>
            <pc:sldMk cId="459652397" sldId="387"/>
            <ac:spMk id="9" creationId="{7FB67A87-5852-A074-ABD4-7C1C5675CF36}"/>
          </ac:spMkLst>
        </pc:spChg>
      </pc:sldChg>
      <pc:sldChg chg="addSp delSp modSp new mod modClrScheme chgLayout">
        <pc:chgData name="Pranav Phanindra Sai Manepalli (Pranav Phanindra Manepalli)" userId="7b98a498-7da2-4d5a-afd7-e52659565db7" providerId="ADAL" clId="{4DCACDF9-0F83-4341-985C-65DE20A40FB2}" dt="2025-10-17T11:24:59.566" v="3251" actId="1076"/>
        <pc:sldMkLst>
          <pc:docMk/>
          <pc:sldMk cId="435460551" sldId="388"/>
        </pc:sldMkLst>
        <pc:picChg chg="add mod">
          <ac:chgData name="Pranav Phanindra Sai Manepalli (Pranav Phanindra Manepalli)" userId="7b98a498-7da2-4d5a-afd7-e52659565db7" providerId="ADAL" clId="{4DCACDF9-0F83-4341-985C-65DE20A40FB2}" dt="2025-10-17T11:24:59.566" v="3251" actId="1076"/>
          <ac:picMkLst>
            <pc:docMk/>
            <pc:sldMk cId="435460551" sldId="388"/>
            <ac:picMk id="7" creationId="{77E5999E-4D1D-C1EA-2E10-C7231EE6439A}"/>
          </ac:picMkLst>
        </pc:picChg>
      </pc:sldChg>
      <pc:sldChg chg="addSp modSp add mod ord">
        <pc:chgData name="Pranav Phanindra Sai Manepalli (Pranav Phanindra Manepalli)" userId="7b98a498-7da2-4d5a-afd7-e52659565db7" providerId="ADAL" clId="{4DCACDF9-0F83-4341-985C-65DE20A40FB2}" dt="2025-10-17T11:24:55.059" v="3249" actId="1076"/>
        <pc:sldMkLst>
          <pc:docMk/>
          <pc:sldMk cId="4163593985" sldId="389"/>
        </pc:sldMkLst>
        <pc:picChg chg="add mod">
          <ac:chgData name="Pranav Phanindra Sai Manepalli (Pranav Phanindra Manepalli)" userId="7b98a498-7da2-4d5a-afd7-e52659565db7" providerId="ADAL" clId="{4DCACDF9-0F83-4341-985C-65DE20A40FB2}" dt="2025-10-17T11:24:55.059" v="3249" actId="1076"/>
          <ac:picMkLst>
            <pc:docMk/>
            <pc:sldMk cId="4163593985" sldId="389"/>
            <ac:picMk id="3" creationId="{6B8C03E3-7AE4-F534-8AA3-46068AC00FA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02F91F-D706-4701-B423-D32BC84E614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086B3275-2A31-40C5-9723-4BA0B783C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C3B7240-7A43-4FBB-89D6-2E9805A5B0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629510-5225-4B66-A174-0AD4533A279B}" type="slidenum">
              <a:rPr lang="en-US" smtClean="0"/>
              <a:t>‹#›</a:t>
            </a:fld>
            <a:endParaRPr lang="en-US"/>
          </a:p>
        </p:txBody>
      </p:sp>
    </p:spTree>
    <p:extLst>
      <p:ext uri="{BB962C8B-B14F-4D97-AF65-F5344CB8AC3E}">
        <p14:creationId xmlns:p14="http://schemas.microsoft.com/office/powerpoint/2010/main" val="28144822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1ED939-77A3-4A3E-83E3-62A5C8ABAA09}"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5D926D-AA7A-49F2-AAC4-FE6456682D9C}" type="slidenum">
              <a:rPr lang="en-US" smtClean="0"/>
              <a:t>‹#›</a:t>
            </a:fld>
            <a:endParaRPr lang="en-US"/>
          </a:p>
        </p:txBody>
      </p:sp>
    </p:spTree>
    <p:extLst>
      <p:ext uri="{BB962C8B-B14F-4D97-AF65-F5344CB8AC3E}">
        <p14:creationId xmlns:p14="http://schemas.microsoft.com/office/powerpoint/2010/main" val="1302956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B5D926D-AA7A-49F2-AAC4-FE6456682D9C}" type="slidenum">
              <a:rPr lang="en-US" smtClean="0"/>
              <a:t>1</a:t>
            </a:fld>
            <a:endParaRPr lang="en-US"/>
          </a:p>
        </p:txBody>
      </p:sp>
    </p:spTree>
    <p:extLst>
      <p:ext uri="{BB962C8B-B14F-4D97-AF65-F5344CB8AC3E}">
        <p14:creationId xmlns:p14="http://schemas.microsoft.com/office/powerpoint/2010/main" val="3388792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is a high-level, interpreted language known for its simplicity and readability. It's dynamically typed, has extensive library support, and is widely used in data science, web development, and automation. Python prioritizes developer productivity and ease of use, making it an excellent choice for rapid prototyping and applications where development speed is crucial.</a:t>
            </a:r>
          </a:p>
          <a:p>
            <a:endParaRPr lang="en-US" dirty="0"/>
          </a:p>
          <a:p>
            <a:r>
              <a:rPr lang="en-US" dirty="0"/>
              <a:t>emphasizes safety, performance, and concurrency. It's statically typed and compiled, offering memory safety without garbage collection through its unique ownership model. Rust is designed for performance-critical applications where control over system resources is essential, such as operating systems, game engines, and embedded systems.</a:t>
            </a:r>
          </a:p>
        </p:txBody>
      </p:sp>
      <p:sp>
        <p:nvSpPr>
          <p:cNvPr id="4" name="Slide Number Placeholder 3"/>
          <p:cNvSpPr>
            <a:spLocks noGrp="1"/>
          </p:cNvSpPr>
          <p:nvPr>
            <p:ph type="sldNum" sz="quarter" idx="5"/>
          </p:nvPr>
        </p:nvSpPr>
        <p:spPr/>
        <p:txBody>
          <a:bodyPr/>
          <a:lstStyle/>
          <a:p>
            <a:fld id="{0B5D926D-AA7A-49F2-AAC4-FE6456682D9C}" type="slidenum">
              <a:rPr lang="en-US" smtClean="0"/>
              <a:t>3</a:t>
            </a:fld>
            <a:endParaRPr lang="en-US"/>
          </a:p>
        </p:txBody>
      </p:sp>
    </p:spTree>
    <p:extLst>
      <p:ext uri="{BB962C8B-B14F-4D97-AF65-F5344CB8AC3E}">
        <p14:creationId xmlns:p14="http://schemas.microsoft.com/office/powerpoint/2010/main" val="3916426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designed identical algorithms and data structures in both languages to ensure fair comparison. All tests were run multiple times to account for variability, and we measured both execution time and memory consumption across different workload sizes.</a:t>
            </a:r>
          </a:p>
        </p:txBody>
      </p:sp>
      <p:sp>
        <p:nvSpPr>
          <p:cNvPr id="4" name="Slide Number Placeholder 3"/>
          <p:cNvSpPr>
            <a:spLocks noGrp="1"/>
          </p:cNvSpPr>
          <p:nvPr>
            <p:ph type="sldNum" sz="quarter" idx="5"/>
          </p:nvPr>
        </p:nvSpPr>
        <p:spPr/>
        <p:txBody>
          <a:bodyPr/>
          <a:lstStyle/>
          <a:p>
            <a:fld id="{0B5D926D-AA7A-49F2-AAC4-FE6456682D9C}" type="slidenum">
              <a:rPr lang="en-US" smtClean="0"/>
              <a:t>4</a:t>
            </a:fld>
            <a:endParaRPr lang="en-US"/>
          </a:p>
        </p:txBody>
      </p:sp>
    </p:spTree>
    <p:extLst>
      <p:ext uri="{BB962C8B-B14F-4D97-AF65-F5344CB8AC3E}">
        <p14:creationId xmlns:p14="http://schemas.microsoft.com/office/powerpoint/2010/main" val="18017045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hite 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D6AEAE9-BA83-4E19-BD82-655275CC5428}"/>
              </a:ext>
            </a:extLst>
          </p:cNvPr>
          <p:cNvSpPr/>
          <p:nvPr userDrawn="1"/>
        </p:nvSpPr>
        <p:spPr>
          <a:xfrm>
            <a:off x="8273143" y="6353577"/>
            <a:ext cx="3570514" cy="307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919FC8FD-04D7-4428-AB15-7D1EA1C3C0F0}"/>
              </a:ext>
            </a:extLst>
          </p:cNvPr>
          <p:cNvSpPr>
            <a:spLocks noGrp="1"/>
          </p:cNvSpPr>
          <p:nvPr>
            <p:ph type="pic" sz="quarter" idx="10" hasCustomPrompt="1"/>
          </p:nvPr>
        </p:nvSpPr>
        <p:spPr>
          <a:xfrm>
            <a:off x="731520" y="5029200"/>
            <a:ext cx="3200400" cy="914400"/>
          </a:xfrm>
          <a:prstGeom prst="rect">
            <a:avLst/>
          </a:prstGeom>
        </p:spPr>
        <p:txBody>
          <a:bodyPr anchor="ctr">
            <a:normAutofit/>
          </a:bodyPr>
          <a:lstStyle>
            <a:lvl1pPr marL="0" indent="0">
              <a:buNone/>
              <a:defRPr sz="1400">
                <a:solidFill>
                  <a:schemeClr val="tx1"/>
                </a:solidFill>
                <a:latin typeface="+mn-lt"/>
              </a:defRPr>
            </a:lvl1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dirty="0"/>
              <a:t>Optional logo (e.g. client, partner)</a:t>
            </a:r>
          </a:p>
        </p:txBody>
      </p:sp>
      <p:sp>
        <p:nvSpPr>
          <p:cNvPr id="12" name="Text Placeholder 11">
            <a:extLst>
              <a:ext uri="{FF2B5EF4-FFF2-40B4-BE49-F238E27FC236}">
                <a16:creationId xmlns:a16="http://schemas.microsoft.com/office/drawing/2014/main" id="{A6D70DF9-D18E-48D6-9BF1-1B48BD6F7D69}"/>
              </a:ext>
            </a:extLst>
          </p:cNvPr>
          <p:cNvSpPr>
            <a:spLocks noGrp="1"/>
          </p:cNvSpPr>
          <p:nvPr>
            <p:ph type="body" sz="quarter" idx="11" hasCustomPrompt="1"/>
          </p:nvPr>
        </p:nvSpPr>
        <p:spPr>
          <a:xfrm>
            <a:off x="731520" y="4480560"/>
            <a:ext cx="3200400" cy="457200"/>
          </a:xfrm>
          <a:prstGeom prst="rect">
            <a:avLst/>
          </a:prstGeom>
        </p:spPr>
        <p:txBody>
          <a:bodyPr anchor="ctr">
            <a:noAutofit/>
          </a:bodyPr>
          <a:lstStyle>
            <a:lvl1pPr marL="0" indent="0">
              <a:buNone/>
              <a:defRPr sz="1400">
                <a:solidFill>
                  <a:schemeClr val="tx1"/>
                </a:solidFill>
                <a:latin typeface="+mn-lt"/>
              </a:defRPr>
            </a:lvl1pPr>
          </a:lstStyle>
          <a:p>
            <a:pPr lvl="0"/>
            <a:r>
              <a:rPr lang="en-US" dirty="0"/>
              <a:t>[Day, Month Year]</a:t>
            </a:r>
          </a:p>
        </p:txBody>
      </p:sp>
      <p:pic>
        <p:nvPicPr>
          <p:cNvPr id="18" name="Picture 17" descr="Logo&#10;&#10;Description automatically generated">
            <a:extLst>
              <a:ext uri="{FF2B5EF4-FFF2-40B4-BE49-F238E27FC236}">
                <a16:creationId xmlns:a16="http://schemas.microsoft.com/office/drawing/2014/main" id="{4E1E99A2-3A3E-4671-9542-8E4B379CB8E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31520" y="822960"/>
            <a:ext cx="1529597" cy="731520"/>
          </a:xfrm>
          <a:prstGeom prst="rect">
            <a:avLst/>
          </a:prstGeom>
        </p:spPr>
      </p:pic>
      <p:pic>
        <p:nvPicPr>
          <p:cNvPr id="9" name="Picture 8">
            <a:extLst>
              <a:ext uri="{FF2B5EF4-FFF2-40B4-BE49-F238E27FC236}">
                <a16:creationId xmlns:a16="http://schemas.microsoft.com/office/drawing/2014/main" id="{06F27779-0F3D-6447-AF0B-FA705B5CCD27}"/>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731520" y="823773"/>
            <a:ext cx="1529597" cy="729893"/>
          </a:xfrm>
          <a:prstGeom prst="rect">
            <a:avLst/>
          </a:prstGeom>
        </p:spPr>
      </p:pic>
      <p:sp>
        <p:nvSpPr>
          <p:cNvPr id="6" name="Title 5">
            <a:extLst>
              <a:ext uri="{FF2B5EF4-FFF2-40B4-BE49-F238E27FC236}">
                <a16:creationId xmlns:a16="http://schemas.microsoft.com/office/drawing/2014/main" id="{21274E8D-0C2D-4F64-AFC5-EC5784CE2EF3}"/>
              </a:ext>
            </a:extLst>
          </p:cNvPr>
          <p:cNvSpPr>
            <a:spLocks noGrp="1"/>
          </p:cNvSpPr>
          <p:nvPr>
            <p:ph type="title" hasCustomPrompt="1"/>
          </p:nvPr>
        </p:nvSpPr>
        <p:spPr>
          <a:xfrm>
            <a:off x="731520" y="1889125"/>
            <a:ext cx="4754880" cy="1325563"/>
          </a:xfrm>
        </p:spPr>
        <p:txBody>
          <a:bodyPr/>
          <a:lstStyle/>
          <a:p>
            <a:r>
              <a:rPr lang="en-US" dirty="0"/>
              <a:t>This is a title example and may extend 1-3 lines. </a:t>
            </a:r>
          </a:p>
        </p:txBody>
      </p:sp>
      <p:sp>
        <p:nvSpPr>
          <p:cNvPr id="16" name="Text Placeholder 15">
            <a:extLst>
              <a:ext uri="{FF2B5EF4-FFF2-40B4-BE49-F238E27FC236}">
                <a16:creationId xmlns:a16="http://schemas.microsoft.com/office/drawing/2014/main" id="{7C81221E-C404-13C2-3414-5AEABC380F14}"/>
              </a:ext>
            </a:extLst>
          </p:cNvPr>
          <p:cNvSpPr>
            <a:spLocks noGrp="1"/>
          </p:cNvSpPr>
          <p:nvPr>
            <p:ph type="body" sz="quarter" idx="12" hasCustomPrompt="1"/>
          </p:nvPr>
        </p:nvSpPr>
        <p:spPr>
          <a:xfrm>
            <a:off x="731838" y="3306128"/>
            <a:ext cx="3883705" cy="1050925"/>
          </a:xfrm>
        </p:spPr>
        <p:txBody>
          <a:bodyPr>
            <a:normAutofit/>
          </a:bodyPr>
          <a:lstStyle>
            <a:lvl1pPr marL="0" indent="0">
              <a:buNone/>
              <a:defRPr sz="1800"/>
            </a:lvl1pPr>
            <a:lvl2pPr marL="228600" indent="0">
              <a:buNone/>
              <a:defRPr/>
            </a:lvl2pPr>
            <a:lvl3pPr marL="274320" indent="0">
              <a:buNone/>
              <a:defRPr/>
            </a:lvl3pPr>
            <a:lvl4pPr marL="1371600" indent="0">
              <a:buNone/>
              <a:defRPr/>
            </a:lvl4pPr>
            <a:lvl5pPr marL="1828800" indent="0">
              <a:buNone/>
              <a:defRPr/>
            </a:lvl5pPr>
          </a:lstStyle>
          <a:p>
            <a:pPr lvl="0"/>
            <a:r>
              <a:rPr lang="en-US" dirty="0"/>
              <a:t>This is a subtitle and may extend to no more than 2 lines. </a:t>
            </a:r>
          </a:p>
        </p:txBody>
      </p:sp>
      <p:pic>
        <p:nvPicPr>
          <p:cNvPr id="19" name="Picture 18" descr="A picture containing text, computer, night sky&#10;&#10;Description automatically generated">
            <a:extLst>
              <a:ext uri="{FF2B5EF4-FFF2-40B4-BE49-F238E27FC236}">
                <a16:creationId xmlns:a16="http://schemas.microsoft.com/office/drawing/2014/main" id="{8519ABC8-9CBD-3AD5-8AF6-1F5727D3770A}"/>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a:stretch/>
        </p:blipFill>
        <p:spPr>
          <a:xfrm>
            <a:off x="5642975" y="-26127"/>
            <a:ext cx="6697249" cy="6984274"/>
          </a:xfrm>
          <a:prstGeom prst="rect">
            <a:avLst/>
          </a:prstGeom>
        </p:spPr>
      </p:pic>
    </p:spTree>
    <p:extLst>
      <p:ext uri="{BB962C8B-B14F-4D97-AF65-F5344CB8AC3E}">
        <p14:creationId xmlns:p14="http://schemas.microsoft.com/office/powerpoint/2010/main" val="30786771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White BG">
    <p:spTree>
      <p:nvGrpSpPr>
        <p:cNvPr id="1" name=""/>
        <p:cNvGrpSpPr/>
        <p:nvPr/>
      </p:nvGrpSpPr>
      <p:grpSpPr>
        <a:xfrm>
          <a:off x="0" y="0"/>
          <a:ext cx="0" cy="0"/>
          <a:chOff x="0" y="0"/>
          <a:chExt cx="0" cy="0"/>
        </a:xfrm>
      </p:grpSpPr>
      <p:graphicFrame>
        <p:nvGraphicFramePr>
          <p:cNvPr id="12" name="Table 12">
            <a:extLst>
              <a:ext uri="{FF2B5EF4-FFF2-40B4-BE49-F238E27FC236}">
                <a16:creationId xmlns:a16="http://schemas.microsoft.com/office/drawing/2014/main" id="{0FE4A80C-98CF-43CC-88EC-54F75A9F4F29}"/>
              </a:ext>
            </a:extLst>
          </p:cNvPr>
          <p:cNvGraphicFramePr>
            <a:graphicFrameLocks noGrp="1"/>
          </p:cNvGraphicFramePr>
          <p:nvPr userDrawn="1">
            <p:extLst>
              <p:ext uri="{D42A27DB-BD31-4B8C-83A1-F6EECF244321}">
                <p14:modId xmlns:p14="http://schemas.microsoft.com/office/powerpoint/2010/main" val="164298576"/>
              </p:ext>
            </p:extLst>
          </p:nvPr>
        </p:nvGraphicFramePr>
        <p:xfrm>
          <a:off x="365760" y="1827753"/>
          <a:ext cx="10988040" cy="3657600"/>
        </p:xfrm>
        <a:graphic>
          <a:graphicData uri="http://schemas.openxmlformats.org/drawingml/2006/table">
            <a:tbl>
              <a:tblPr firstRow="1" bandRow="1">
                <a:tableStyleId>{5C22544A-7EE6-4342-B048-85BDC9FD1C3A}</a:tableStyleId>
              </a:tblPr>
              <a:tblGrid>
                <a:gridCol w="1177290">
                  <a:extLst>
                    <a:ext uri="{9D8B030D-6E8A-4147-A177-3AD203B41FA5}">
                      <a16:colId xmlns:a16="http://schemas.microsoft.com/office/drawing/2014/main" val="716591009"/>
                    </a:ext>
                  </a:extLst>
                </a:gridCol>
                <a:gridCol w="9810750">
                  <a:extLst>
                    <a:ext uri="{9D8B030D-6E8A-4147-A177-3AD203B41FA5}">
                      <a16:colId xmlns:a16="http://schemas.microsoft.com/office/drawing/2014/main" val="2233180444"/>
                    </a:ext>
                  </a:extLst>
                </a:gridCol>
              </a:tblGrid>
              <a:tr h="731520">
                <a:tc>
                  <a:txBody>
                    <a:bodyPr/>
                    <a:lstStyle/>
                    <a:p>
                      <a:pPr algn="ctr"/>
                      <a:r>
                        <a:rPr lang="en-US" b="1" dirty="0">
                          <a:solidFill>
                            <a:schemeClr val="bg1"/>
                          </a:solidFill>
                          <a:latin typeface="Georgia Pro" panose="02040502050405020303" pitchFamily="18" charset="0"/>
                        </a:rPr>
                        <a:t>01</a:t>
                      </a: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91440" lvl="0"/>
                      <a:endParaRPr lang="en-US" b="0" dirty="0">
                        <a:solidFill>
                          <a:schemeClr val="tx1"/>
                        </a:solidFill>
                        <a:latin typeface="AvenirNext LT Pro Regular" panose="020B0504020202020204" pitchFamily="34" charset="0"/>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35789198"/>
                  </a:ext>
                </a:extLst>
              </a:tr>
              <a:tr h="731520">
                <a:tc>
                  <a:txBody>
                    <a:bodyPr/>
                    <a:lstStyle/>
                    <a:p>
                      <a:pPr algn="ctr"/>
                      <a:r>
                        <a:rPr lang="en-US" b="1" dirty="0">
                          <a:solidFill>
                            <a:schemeClr val="bg1"/>
                          </a:solidFill>
                          <a:latin typeface="Georgia Pro" panose="02040502050405020303" pitchFamily="18" charset="0"/>
                        </a:rPr>
                        <a:t>02</a:t>
                      </a: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665876293"/>
                  </a:ext>
                </a:extLst>
              </a:tr>
              <a:tr h="731520">
                <a:tc>
                  <a:txBody>
                    <a:bodyPr/>
                    <a:lstStyle/>
                    <a:p>
                      <a:pPr algn="ctr"/>
                      <a:r>
                        <a:rPr lang="en-US" b="1" dirty="0">
                          <a:solidFill>
                            <a:schemeClr val="bg1"/>
                          </a:solidFill>
                          <a:latin typeface="Georgia Pro" panose="02040502050405020303" pitchFamily="18" charset="0"/>
                        </a:rPr>
                        <a:t>03</a:t>
                      </a: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41442995"/>
                  </a:ext>
                </a:extLst>
              </a:tr>
              <a:tr h="731520">
                <a:tc>
                  <a:txBody>
                    <a:bodyPr/>
                    <a:lstStyle/>
                    <a:p>
                      <a:pPr algn="ctr"/>
                      <a:r>
                        <a:rPr lang="en-US" b="1" dirty="0">
                          <a:solidFill>
                            <a:schemeClr val="bg1"/>
                          </a:solidFill>
                          <a:latin typeface="Georgia Pro" panose="02040502050405020303" pitchFamily="18" charset="0"/>
                        </a:rPr>
                        <a:t>04</a:t>
                      </a: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27670239"/>
                  </a:ext>
                </a:extLst>
              </a:tr>
              <a:tr h="731520">
                <a:tc>
                  <a:txBody>
                    <a:bodyPr/>
                    <a:lstStyle/>
                    <a:p>
                      <a:pPr algn="ctr"/>
                      <a:r>
                        <a:rPr lang="en-US" b="1">
                          <a:solidFill>
                            <a:schemeClr val="bg1"/>
                          </a:solidFill>
                          <a:latin typeface="Georgia Pro" panose="02040502050405020303" pitchFamily="18" charset="0"/>
                        </a:rPr>
                        <a:t>05</a:t>
                      </a: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19925022"/>
                  </a:ext>
                </a:extLst>
              </a:tr>
            </a:tbl>
          </a:graphicData>
        </a:graphic>
      </p:graphicFrame>
      <p:sp>
        <p:nvSpPr>
          <p:cNvPr id="6" name="TextBox 5">
            <a:extLst>
              <a:ext uri="{FF2B5EF4-FFF2-40B4-BE49-F238E27FC236}">
                <a16:creationId xmlns:a16="http://schemas.microsoft.com/office/drawing/2014/main" id="{A652327B-012F-44E7-A88A-AB5A2DDADC58}"/>
              </a:ext>
            </a:extLst>
          </p:cNvPr>
          <p:cNvSpPr txBox="1"/>
          <p:nvPr userDrawn="1"/>
        </p:nvSpPr>
        <p:spPr>
          <a:xfrm>
            <a:off x="365760" y="365760"/>
            <a:ext cx="1058303" cy="369332"/>
          </a:xfrm>
          <a:prstGeom prst="rect">
            <a:avLst/>
          </a:prstGeom>
          <a:noFill/>
        </p:spPr>
        <p:txBody>
          <a:bodyPr wrap="none" rtlCol="0" anchor="ctr">
            <a:spAutoFit/>
          </a:bodyPr>
          <a:lstStyle/>
          <a:p>
            <a:r>
              <a:rPr lang="en-US" sz="1800" b="0" i="0" dirty="0">
                <a:solidFill>
                  <a:schemeClr val="accent4"/>
                </a:solidFill>
                <a:latin typeface="+mj-lt"/>
              </a:rPr>
              <a:t>Agenda</a:t>
            </a:r>
          </a:p>
        </p:txBody>
      </p:sp>
      <p:sp>
        <p:nvSpPr>
          <p:cNvPr id="10" name="Text Placeholder 9">
            <a:extLst>
              <a:ext uri="{FF2B5EF4-FFF2-40B4-BE49-F238E27FC236}">
                <a16:creationId xmlns:a16="http://schemas.microsoft.com/office/drawing/2014/main" id="{29BBEC5C-0339-4260-8BFE-53414C1896DD}"/>
              </a:ext>
            </a:extLst>
          </p:cNvPr>
          <p:cNvSpPr>
            <a:spLocks noGrp="1"/>
          </p:cNvSpPr>
          <p:nvPr>
            <p:ph type="body" sz="quarter" idx="13" hasCustomPrompt="1"/>
          </p:nvPr>
        </p:nvSpPr>
        <p:spPr>
          <a:xfrm>
            <a:off x="1567928" y="1868791"/>
            <a:ext cx="9144000" cy="640080"/>
          </a:xfrm>
          <a:prstGeom prst="rect">
            <a:avLst/>
          </a:prstGeom>
        </p:spPr>
        <p:txBody>
          <a:bodyPr anchor="ctr">
            <a:noAutofit/>
          </a:bodyPr>
          <a:lstStyle>
            <a:lvl1pPr marL="0" indent="0">
              <a:buNone/>
              <a:defRPr sz="1800">
                <a:latin typeface="+mn-lt"/>
              </a:defRPr>
            </a:lvl1pPr>
            <a:lvl3pPr marL="914400" indent="0">
              <a:buNone/>
              <a:defRPr/>
            </a:lvl3pPr>
          </a:lstStyle>
          <a:p>
            <a:pPr lvl="0"/>
            <a:r>
              <a:rPr lang="en-US" b="0" dirty="0">
                <a:solidFill>
                  <a:schemeClr val="tx1"/>
                </a:solidFill>
                <a:latin typeface="AvenirNext LT Pro Regular" panose="020B0504020202020204" pitchFamily="34" charset="0"/>
              </a:rPr>
              <a:t>Item 1 goes here. May extend to 2 lines. Text should be 14pt or larger.</a:t>
            </a:r>
            <a:endParaRPr lang="en-US" dirty="0"/>
          </a:p>
        </p:txBody>
      </p:sp>
      <p:sp>
        <p:nvSpPr>
          <p:cNvPr id="15" name="Text Placeholder 9">
            <a:extLst>
              <a:ext uri="{FF2B5EF4-FFF2-40B4-BE49-F238E27FC236}">
                <a16:creationId xmlns:a16="http://schemas.microsoft.com/office/drawing/2014/main" id="{6710AB2F-1725-4DF3-8951-937BAF257485}"/>
              </a:ext>
            </a:extLst>
          </p:cNvPr>
          <p:cNvSpPr>
            <a:spLocks noGrp="1"/>
          </p:cNvSpPr>
          <p:nvPr>
            <p:ph type="body" sz="quarter" idx="16" hasCustomPrompt="1"/>
          </p:nvPr>
        </p:nvSpPr>
        <p:spPr>
          <a:xfrm>
            <a:off x="1567928" y="4068255"/>
            <a:ext cx="9144000" cy="640080"/>
          </a:xfrm>
          <a:prstGeom prst="rect">
            <a:avLst/>
          </a:prstGeom>
        </p:spPr>
        <p:txBody>
          <a:bodyPr anchor="ctr">
            <a:noAutofit/>
          </a:bodyPr>
          <a:lstStyle>
            <a:lvl1pPr marL="0" indent="0">
              <a:buNone/>
              <a:defRPr sz="1800">
                <a:latin typeface="+mn-lt"/>
              </a:defRPr>
            </a:lvl1pPr>
            <a:lvl3pPr marL="914400" indent="0">
              <a:buNone/>
              <a:defRPr/>
            </a:lvl3pPr>
          </a:lstStyle>
          <a:p>
            <a:pPr lvl="0"/>
            <a:r>
              <a:rPr lang="en-US" b="0" dirty="0">
                <a:solidFill>
                  <a:schemeClr val="tx1"/>
                </a:solidFill>
                <a:latin typeface="AvenirNext LT Pro Regular" panose="020B0504020202020204" pitchFamily="34" charset="0"/>
              </a:rPr>
              <a:t>If you need to add or delete rows, go to:</a:t>
            </a:r>
            <a:endParaRPr lang="en-US" dirty="0"/>
          </a:p>
        </p:txBody>
      </p:sp>
      <p:sp>
        <p:nvSpPr>
          <p:cNvPr id="16" name="Text Placeholder 9">
            <a:extLst>
              <a:ext uri="{FF2B5EF4-FFF2-40B4-BE49-F238E27FC236}">
                <a16:creationId xmlns:a16="http://schemas.microsoft.com/office/drawing/2014/main" id="{9D25BE73-A864-4BDB-9FD3-81F14A532E15}"/>
              </a:ext>
            </a:extLst>
          </p:cNvPr>
          <p:cNvSpPr>
            <a:spLocks noGrp="1"/>
          </p:cNvSpPr>
          <p:nvPr>
            <p:ph type="body" sz="quarter" idx="17" hasCustomPrompt="1"/>
          </p:nvPr>
        </p:nvSpPr>
        <p:spPr>
          <a:xfrm>
            <a:off x="1567928" y="4798950"/>
            <a:ext cx="9144000" cy="640080"/>
          </a:xfrm>
          <a:prstGeom prst="rect">
            <a:avLst/>
          </a:prstGeom>
        </p:spPr>
        <p:txBody>
          <a:bodyPr anchor="ctr">
            <a:noAutofit/>
          </a:bodyPr>
          <a:lstStyle>
            <a:lvl1pPr marL="0" indent="0">
              <a:buNone/>
              <a:defRPr sz="1800">
                <a:latin typeface="+mn-lt"/>
              </a:defRPr>
            </a:lvl1pPr>
            <a:lvl3pPr marL="914400" indent="0">
              <a:buNone/>
              <a:defRPr/>
            </a:lvl3pPr>
          </a:lstStyle>
          <a:p>
            <a:pPr lvl="0"/>
            <a:r>
              <a:rPr lang="en-US" b="0" dirty="0">
                <a:solidFill>
                  <a:schemeClr val="tx1"/>
                </a:solidFill>
                <a:latin typeface="AvenirNext LT Pro Regular" panose="020B0504020202020204" pitchFamily="34" charset="0"/>
              </a:rPr>
              <a:t>View &gt; Slide Master &gt; right click on table &gt; Insert or Delete rows.</a:t>
            </a:r>
            <a:endParaRPr lang="en-US" dirty="0"/>
          </a:p>
        </p:txBody>
      </p:sp>
      <p:sp>
        <p:nvSpPr>
          <p:cNvPr id="11" name="Text Placeholder 9">
            <a:extLst>
              <a:ext uri="{FF2B5EF4-FFF2-40B4-BE49-F238E27FC236}">
                <a16:creationId xmlns:a16="http://schemas.microsoft.com/office/drawing/2014/main" id="{DF8B5EFA-C10D-49E3-9D96-07973FB2609A}"/>
              </a:ext>
            </a:extLst>
          </p:cNvPr>
          <p:cNvSpPr>
            <a:spLocks noGrp="1"/>
          </p:cNvSpPr>
          <p:nvPr>
            <p:ph type="body" sz="quarter" idx="18" hasCustomPrompt="1"/>
          </p:nvPr>
        </p:nvSpPr>
        <p:spPr>
          <a:xfrm>
            <a:off x="1567928" y="2599305"/>
            <a:ext cx="9144000" cy="640080"/>
          </a:xfrm>
          <a:prstGeom prst="rect">
            <a:avLst/>
          </a:prstGeom>
        </p:spPr>
        <p:txBody>
          <a:bodyPr anchor="ctr">
            <a:noAutofit/>
          </a:bodyPr>
          <a:lstStyle>
            <a:lvl1pPr marL="0" indent="0">
              <a:buNone/>
              <a:defRPr sz="1800">
                <a:latin typeface="+mn-lt"/>
              </a:defRPr>
            </a:lvl1pPr>
            <a:lvl3pPr marL="914400" indent="0">
              <a:buNone/>
              <a:defRPr/>
            </a:lvl3pPr>
          </a:lstStyle>
          <a:p>
            <a:pPr lvl="0"/>
            <a:r>
              <a:rPr lang="en-US" b="0" dirty="0">
                <a:solidFill>
                  <a:schemeClr val="tx1"/>
                </a:solidFill>
                <a:latin typeface="AvenirNext LT Pro Regular" panose="020B0504020202020204" pitchFamily="34" charset="0"/>
              </a:rPr>
              <a:t>Item 2 goes here. May extend to 2 lines. Text should be 14pt or larger.</a:t>
            </a:r>
            <a:endParaRPr lang="en-US" dirty="0"/>
          </a:p>
        </p:txBody>
      </p:sp>
      <p:sp>
        <p:nvSpPr>
          <p:cNvPr id="17" name="Text Placeholder 9">
            <a:extLst>
              <a:ext uri="{FF2B5EF4-FFF2-40B4-BE49-F238E27FC236}">
                <a16:creationId xmlns:a16="http://schemas.microsoft.com/office/drawing/2014/main" id="{BF8025B1-9B91-4F35-94D5-56151A81F5ED}"/>
              </a:ext>
            </a:extLst>
          </p:cNvPr>
          <p:cNvSpPr>
            <a:spLocks noGrp="1"/>
          </p:cNvSpPr>
          <p:nvPr>
            <p:ph type="body" sz="quarter" idx="19" hasCustomPrompt="1"/>
          </p:nvPr>
        </p:nvSpPr>
        <p:spPr>
          <a:xfrm>
            <a:off x="1567928" y="3337560"/>
            <a:ext cx="9144000" cy="640080"/>
          </a:xfrm>
          <a:prstGeom prst="rect">
            <a:avLst/>
          </a:prstGeom>
        </p:spPr>
        <p:txBody>
          <a:bodyPr anchor="ctr">
            <a:noAutofit/>
          </a:bodyPr>
          <a:lstStyle>
            <a:lvl1pPr marL="0" indent="0">
              <a:buNone/>
              <a:defRPr sz="1800">
                <a:latin typeface="+mn-lt"/>
              </a:defRPr>
            </a:lvl1pPr>
            <a:lvl3pPr marL="914400" indent="0">
              <a:buNone/>
              <a:defRPr/>
            </a:lvl3pPr>
          </a:lstStyle>
          <a:p>
            <a:pPr lvl="0"/>
            <a:r>
              <a:rPr lang="en-US" b="0">
                <a:solidFill>
                  <a:schemeClr val="tx1"/>
                </a:solidFill>
                <a:latin typeface="AvenirNext LT Pro Regular" panose="020B0504020202020204" pitchFamily="34" charset="0"/>
              </a:rPr>
              <a:t>Item 3 goes here. May extend to 2 lines. Text should be 14pt or larger.</a:t>
            </a:r>
            <a:endParaRPr lang="en-US"/>
          </a:p>
        </p:txBody>
      </p:sp>
      <p:pic>
        <p:nvPicPr>
          <p:cNvPr id="3" name="Picture 2" descr="A blue and black logo&#10;&#10;Description automatically generated">
            <a:extLst>
              <a:ext uri="{FF2B5EF4-FFF2-40B4-BE49-F238E27FC236}">
                <a16:creationId xmlns:a16="http://schemas.microsoft.com/office/drawing/2014/main" id="{08D433D8-F59A-CF26-921E-A224D966E6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2660935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White 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ED38554F-CB55-4B32-AE70-CD46EFEEF59D}"/>
              </a:ext>
            </a:extLst>
          </p:cNvPr>
          <p:cNvSpPr>
            <a:spLocks noGrp="1"/>
          </p:cNvSpPr>
          <p:nvPr>
            <p:ph type="pic" sz="quarter" idx="14" hasCustomPrompt="1"/>
          </p:nvPr>
        </p:nvSpPr>
        <p:spPr>
          <a:xfrm>
            <a:off x="3977640" y="-1"/>
            <a:ext cx="8229600" cy="6858000"/>
          </a:xfrm>
          <a:custGeom>
            <a:avLst/>
            <a:gdLst>
              <a:gd name="connsiteX0" fmla="*/ 0 w 6413500"/>
              <a:gd name="connsiteY0" fmla="*/ 6858000 h 6858000"/>
              <a:gd name="connsiteX1" fmla="*/ 1603375 w 6413500"/>
              <a:gd name="connsiteY1" fmla="*/ 0 h 6858000"/>
              <a:gd name="connsiteX2" fmla="*/ 6413500 w 6413500"/>
              <a:gd name="connsiteY2" fmla="*/ 0 h 6858000"/>
              <a:gd name="connsiteX3" fmla="*/ 4810125 w 6413500"/>
              <a:gd name="connsiteY3" fmla="*/ 6858000 h 6858000"/>
              <a:gd name="connsiteX4" fmla="*/ 0 w 6413500"/>
              <a:gd name="connsiteY4" fmla="*/ 6858000 h 6858000"/>
              <a:gd name="connsiteX0" fmla="*/ 0 w 7825442"/>
              <a:gd name="connsiteY0" fmla="*/ 6866964 h 6866964"/>
              <a:gd name="connsiteX1" fmla="*/ 3015317 w 7825442"/>
              <a:gd name="connsiteY1" fmla="*/ 0 h 6866964"/>
              <a:gd name="connsiteX2" fmla="*/ 7825442 w 7825442"/>
              <a:gd name="connsiteY2" fmla="*/ 0 h 6866964"/>
              <a:gd name="connsiteX3" fmla="*/ 6222067 w 7825442"/>
              <a:gd name="connsiteY3" fmla="*/ 6858000 h 6866964"/>
              <a:gd name="connsiteX4" fmla="*/ 0 w 7825442"/>
              <a:gd name="connsiteY4" fmla="*/ 6866964 h 6866964"/>
              <a:gd name="connsiteX0" fmla="*/ 0 w 7825442"/>
              <a:gd name="connsiteY0" fmla="*/ 6866964 h 6866964"/>
              <a:gd name="connsiteX1" fmla="*/ 3015317 w 7825442"/>
              <a:gd name="connsiteY1" fmla="*/ 0 h 6866964"/>
              <a:gd name="connsiteX2" fmla="*/ 7825442 w 7825442"/>
              <a:gd name="connsiteY2" fmla="*/ 0 h 6866964"/>
              <a:gd name="connsiteX3" fmla="*/ 5953125 w 7825442"/>
              <a:gd name="connsiteY3" fmla="*/ 6858000 h 6866964"/>
              <a:gd name="connsiteX4" fmla="*/ 0 w 7825442"/>
              <a:gd name="connsiteY4" fmla="*/ 6866964 h 6866964"/>
              <a:gd name="connsiteX0" fmla="*/ 0 w 7946466"/>
              <a:gd name="connsiteY0" fmla="*/ 6875929 h 6875929"/>
              <a:gd name="connsiteX1" fmla="*/ 3015317 w 7946466"/>
              <a:gd name="connsiteY1" fmla="*/ 8965 h 6875929"/>
              <a:gd name="connsiteX2" fmla="*/ 7946466 w 7946466"/>
              <a:gd name="connsiteY2" fmla="*/ 0 h 6875929"/>
              <a:gd name="connsiteX3" fmla="*/ 5953125 w 7946466"/>
              <a:gd name="connsiteY3" fmla="*/ 6866965 h 6875929"/>
              <a:gd name="connsiteX4" fmla="*/ 0 w 7946466"/>
              <a:gd name="connsiteY4" fmla="*/ 6875929 h 6875929"/>
              <a:gd name="connsiteX0" fmla="*/ 0 w 7946466"/>
              <a:gd name="connsiteY0" fmla="*/ 6875929 h 6875929"/>
              <a:gd name="connsiteX1" fmla="*/ 4162799 w 7946466"/>
              <a:gd name="connsiteY1" fmla="*/ 13447 h 6875929"/>
              <a:gd name="connsiteX2" fmla="*/ 7946466 w 7946466"/>
              <a:gd name="connsiteY2" fmla="*/ 0 h 6875929"/>
              <a:gd name="connsiteX3" fmla="*/ 5953125 w 7946466"/>
              <a:gd name="connsiteY3" fmla="*/ 6866965 h 6875929"/>
              <a:gd name="connsiteX4" fmla="*/ 0 w 7946466"/>
              <a:gd name="connsiteY4" fmla="*/ 6875929 h 6875929"/>
              <a:gd name="connsiteX0" fmla="*/ 0 w 8264713"/>
              <a:gd name="connsiteY0" fmla="*/ 6871446 h 6871446"/>
              <a:gd name="connsiteX1" fmla="*/ 4481046 w 8264713"/>
              <a:gd name="connsiteY1" fmla="*/ 13447 h 6871446"/>
              <a:gd name="connsiteX2" fmla="*/ 8264713 w 8264713"/>
              <a:gd name="connsiteY2" fmla="*/ 0 h 6871446"/>
              <a:gd name="connsiteX3" fmla="*/ 6271372 w 8264713"/>
              <a:gd name="connsiteY3" fmla="*/ 6866965 h 6871446"/>
              <a:gd name="connsiteX4" fmla="*/ 0 w 8264713"/>
              <a:gd name="connsiteY4"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6271372 w 8152655"/>
              <a:gd name="connsiteY3" fmla="*/ 6866965 h 6871446"/>
              <a:gd name="connsiteX4" fmla="*/ 0 w 8152655"/>
              <a:gd name="connsiteY4"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6984628 w 8152655"/>
              <a:gd name="connsiteY3" fmla="*/ 4244790 h 6871446"/>
              <a:gd name="connsiteX4" fmla="*/ 6271372 w 8152655"/>
              <a:gd name="connsiteY4" fmla="*/ 6866965 h 6871446"/>
              <a:gd name="connsiteX5" fmla="*/ 0 w 8152655"/>
              <a:gd name="connsiteY5"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8145557 w 8152655"/>
              <a:gd name="connsiteY3" fmla="*/ 4231343 h 6871446"/>
              <a:gd name="connsiteX4" fmla="*/ 6271372 w 8152655"/>
              <a:gd name="connsiteY4" fmla="*/ 6866965 h 6871446"/>
              <a:gd name="connsiteX5" fmla="*/ 0 w 8152655"/>
              <a:gd name="connsiteY5"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52655"/>
              <a:gd name="connsiteY0" fmla="*/ 6871446 h 6871446"/>
              <a:gd name="connsiteX1" fmla="*/ 4481046 w 8152655"/>
              <a:gd name="connsiteY1" fmla="*/ 4482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52655"/>
              <a:gd name="connsiteY0" fmla="*/ 6871446 h 6871446"/>
              <a:gd name="connsiteX1" fmla="*/ 4481046 w 8152655"/>
              <a:gd name="connsiteY1" fmla="*/ 1306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34726"/>
              <a:gd name="connsiteY0" fmla="*/ 6862481 h 6866965"/>
              <a:gd name="connsiteX1" fmla="*/ 4463117 w 8134726"/>
              <a:gd name="connsiteY1" fmla="*/ 1306 h 6866965"/>
              <a:gd name="connsiteX2" fmla="*/ 8134726 w 8134726"/>
              <a:gd name="connsiteY2" fmla="*/ 0 h 6866965"/>
              <a:gd name="connsiteX3" fmla="*/ 8127628 w 8134726"/>
              <a:gd name="connsiteY3" fmla="*/ 4231343 h 6866965"/>
              <a:gd name="connsiteX4" fmla="*/ 6396878 w 8134726"/>
              <a:gd name="connsiteY4" fmla="*/ 6866965 h 6866965"/>
              <a:gd name="connsiteX5" fmla="*/ 0 w 8134726"/>
              <a:gd name="connsiteY5" fmla="*/ 6862481 h 6866965"/>
              <a:gd name="connsiteX0" fmla="*/ 0 w 8134726"/>
              <a:gd name="connsiteY0" fmla="*/ 6857999 h 6866965"/>
              <a:gd name="connsiteX1" fmla="*/ 4463117 w 8134726"/>
              <a:gd name="connsiteY1" fmla="*/ 1306 h 6866965"/>
              <a:gd name="connsiteX2" fmla="*/ 8134726 w 8134726"/>
              <a:gd name="connsiteY2" fmla="*/ 0 h 6866965"/>
              <a:gd name="connsiteX3" fmla="*/ 8127628 w 8134726"/>
              <a:gd name="connsiteY3" fmla="*/ 4231343 h 6866965"/>
              <a:gd name="connsiteX4" fmla="*/ 6396878 w 8134726"/>
              <a:gd name="connsiteY4" fmla="*/ 6866965 h 6866965"/>
              <a:gd name="connsiteX5" fmla="*/ 0 w 8134726"/>
              <a:gd name="connsiteY5" fmla="*/ 6857999 h 6866965"/>
              <a:gd name="connsiteX0" fmla="*/ 0 w 8134726"/>
              <a:gd name="connsiteY0" fmla="*/ 6857999 h 6862482"/>
              <a:gd name="connsiteX1" fmla="*/ 4463117 w 8134726"/>
              <a:gd name="connsiteY1" fmla="*/ 1306 h 6862482"/>
              <a:gd name="connsiteX2" fmla="*/ 8134726 w 8134726"/>
              <a:gd name="connsiteY2" fmla="*/ 0 h 6862482"/>
              <a:gd name="connsiteX3" fmla="*/ 8127628 w 8134726"/>
              <a:gd name="connsiteY3" fmla="*/ 4231343 h 6862482"/>
              <a:gd name="connsiteX4" fmla="*/ 6383431 w 8134726"/>
              <a:gd name="connsiteY4" fmla="*/ 6862482 h 6862482"/>
              <a:gd name="connsiteX5" fmla="*/ 0 w 8134726"/>
              <a:gd name="connsiteY5" fmla="*/ 6857999 h 6862482"/>
              <a:gd name="connsiteX0" fmla="*/ 0 w 8136593"/>
              <a:gd name="connsiteY0" fmla="*/ 6857999 h 6862482"/>
              <a:gd name="connsiteX1" fmla="*/ 4463117 w 8136593"/>
              <a:gd name="connsiteY1" fmla="*/ 1306 h 6862482"/>
              <a:gd name="connsiteX2" fmla="*/ 8134726 w 8136593"/>
              <a:gd name="connsiteY2" fmla="*/ 0 h 6862482"/>
              <a:gd name="connsiteX3" fmla="*/ 8136593 w 8136593"/>
              <a:gd name="connsiteY3" fmla="*/ 4159625 h 6862482"/>
              <a:gd name="connsiteX4" fmla="*/ 6383431 w 8136593"/>
              <a:gd name="connsiteY4" fmla="*/ 6862482 h 6862482"/>
              <a:gd name="connsiteX5" fmla="*/ 0 w 8136593"/>
              <a:gd name="connsiteY5" fmla="*/ 6857999 h 6862482"/>
              <a:gd name="connsiteX0" fmla="*/ 0 w 8134794"/>
              <a:gd name="connsiteY0" fmla="*/ 6857999 h 6862482"/>
              <a:gd name="connsiteX1" fmla="*/ 4463117 w 8134794"/>
              <a:gd name="connsiteY1" fmla="*/ 1306 h 6862482"/>
              <a:gd name="connsiteX2" fmla="*/ 8134726 w 8134794"/>
              <a:gd name="connsiteY2" fmla="*/ 0 h 6862482"/>
              <a:gd name="connsiteX3" fmla="*/ 8132110 w 8134794"/>
              <a:gd name="connsiteY3" fmla="*/ 4029637 h 6862482"/>
              <a:gd name="connsiteX4" fmla="*/ 6383431 w 8134794"/>
              <a:gd name="connsiteY4" fmla="*/ 6862482 h 6862482"/>
              <a:gd name="connsiteX5" fmla="*/ 0 w 8134794"/>
              <a:gd name="connsiteY5" fmla="*/ 6857999 h 686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4794" h="6862482">
                <a:moveTo>
                  <a:pt x="0" y="6857999"/>
                </a:moveTo>
                <a:lnTo>
                  <a:pt x="4463117" y="1306"/>
                </a:lnTo>
                <a:lnTo>
                  <a:pt x="8134726" y="0"/>
                </a:lnTo>
                <a:cubicBezTo>
                  <a:pt x="8135348" y="1386542"/>
                  <a:pt x="8131488" y="2643095"/>
                  <a:pt x="8132110" y="4029637"/>
                </a:cubicBezTo>
                <a:lnTo>
                  <a:pt x="6383431" y="6862482"/>
                </a:lnTo>
                <a:lnTo>
                  <a:pt x="0" y="6857999"/>
                </a:lnTo>
                <a:close/>
              </a:path>
            </a:pathLst>
          </a:custGeom>
        </p:spPr>
        <p:txBody>
          <a:bodyPr anchor="ctr">
            <a:normAutofit/>
          </a:bodyPr>
          <a:lstStyle>
            <a:lvl1pPr marL="0" indent="0" algn="r">
              <a:buNone/>
              <a:defRPr sz="2000"/>
            </a:lvl1pPr>
          </a:lstStyle>
          <a:p>
            <a:r>
              <a:rPr lang="en-US" dirty="0"/>
              <a:t>Add a picture from our library by clicking the icon</a:t>
            </a:r>
          </a:p>
        </p:txBody>
      </p:sp>
      <p:sp>
        <p:nvSpPr>
          <p:cNvPr id="15" name="Title 1">
            <a:extLst>
              <a:ext uri="{FF2B5EF4-FFF2-40B4-BE49-F238E27FC236}">
                <a16:creationId xmlns:a16="http://schemas.microsoft.com/office/drawing/2014/main" id="{B4DFA970-719B-4AA4-A382-CEE277315B71}"/>
              </a:ext>
            </a:extLst>
          </p:cNvPr>
          <p:cNvSpPr>
            <a:spLocks noGrp="1"/>
          </p:cNvSpPr>
          <p:nvPr>
            <p:ph type="title" hasCustomPrompt="1"/>
          </p:nvPr>
        </p:nvSpPr>
        <p:spPr>
          <a:xfrm>
            <a:off x="365760" y="1097279"/>
            <a:ext cx="5486400" cy="1554480"/>
          </a:xfrm>
          <a:prstGeom prst="rect">
            <a:avLst/>
          </a:prstGeom>
        </p:spPr>
        <p:txBody>
          <a:bodyPr/>
          <a:lstStyle>
            <a:lvl1pPr>
              <a:lnSpc>
                <a:spcPct val="100000"/>
              </a:lnSpc>
              <a:defRPr>
                <a:latin typeface="+mj-lt"/>
              </a:defRPr>
            </a:lvl1pPr>
          </a:lstStyle>
          <a:p>
            <a:r>
              <a:rPr lang="en-US" dirty="0"/>
              <a:t>This is a section title example and may extend to 2-3 lines. Text should be 28pt or larger.</a:t>
            </a:r>
          </a:p>
        </p:txBody>
      </p:sp>
      <p:sp>
        <p:nvSpPr>
          <p:cNvPr id="16" name="Text Placeholder 15">
            <a:extLst>
              <a:ext uri="{FF2B5EF4-FFF2-40B4-BE49-F238E27FC236}">
                <a16:creationId xmlns:a16="http://schemas.microsoft.com/office/drawing/2014/main" id="{D3C0483E-E456-4080-A217-A8FD82F0D0EF}"/>
              </a:ext>
            </a:extLst>
          </p:cNvPr>
          <p:cNvSpPr>
            <a:spLocks noGrp="1"/>
          </p:cNvSpPr>
          <p:nvPr>
            <p:ph type="body" idx="1" hasCustomPrompt="1"/>
          </p:nvPr>
        </p:nvSpPr>
        <p:spPr>
          <a:xfrm>
            <a:off x="365760" y="2743200"/>
            <a:ext cx="4572000" cy="1828800"/>
          </a:xfrm>
          <a:prstGeom prst="rect">
            <a:avLst/>
          </a:prstGeom>
        </p:spPr>
        <p:txBody>
          <a:bodyPr>
            <a:noAutofit/>
          </a:bodyPr>
          <a:lstStyle>
            <a:lvl1pPr marL="0" indent="0" algn="l">
              <a:buNone/>
              <a:defRPr sz="2000">
                <a:latin typeface="+mn-lt"/>
              </a:defRPr>
            </a:lvl1pPr>
          </a:lstStyle>
          <a:p>
            <a:r>
              <a:rPr lang="en-US" dirty="0"/>
              <a:t>This is a section subtitle and may extend to multiple lines. You may use bullet points, or opt not to. Text should be 20pt or larger.</a:t>
            </a:r>
          </a:p>
        </p:txBody>
      </p:sp>
      <p:pic>
        <p:nvPicPr>
          <p:cNvPr id="4" name="Picture 3" descr="A blue and black logo&#10;&#10;Description automatically generated">
            <a:extLst>
              <a:ext uri="{FF2B5EF4-FFF2-40B4-BE49-F238E27FC236}">
                <a16:creationId xmlns:a16="http://schemas.microsoft.com/office/drawing/2014/main" id="{A0D0B2F6-E781-7E20-0AF0-E12EB966985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258094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White 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B4DFA970-719B-4AA4-A382-CEE277315B71}"/>
              </a:ext>
            </a:extLst>
          </p:cNvPr>
          <p:cNvSpPr>
            <a:spLocks noGrp="1"/>
          </p:cNvSpPr>
          <p:nvPr>
            <p:ph type="title" hasCustomPrompt="1"/>
          </p:nvPr>
        </p:nvSpPr>
        <p:spPr>
          <a:xfrm>
            <a:off x="5867400" y="1097280"/>
            <a:ext cx="5486400" cy="1554480"/>
          </a:xfrm>
          <a:prstGeom prst="rect">
            <a:avLst/>
          </a:prstGeom>
        </p:spPr>
        <p:txBody>
          <a:bodyPr/>
          <a:lstStyle>
            <a:lvl1pPr algn="r">
              <a:defRPr>
                <a:latin typeface="+mj-lt"/>
              </a:defRPr>
            </a:lvl1pPr>
          </a:lstStyle>
          <a:p>
            <a:r>
              <a:rPr lang="en-US" dirty="0"/>
              <a:t>This is a section title example and may extend to 2-3 lines. Text should be 28pt or larger.</a:t>
            </a:r>
          </a:p>
        </p:txBody>
      </p:sp>
      <p:sp>
        <p:nvSpPr>
          <p:cNvPr id="16" name="Text Placeholder 15">
            <a:extLst>
              <a:ext uri="{FF2B5EF4-FFF2-40B4-BE49-F238E27FC236}">
                <a16:creationId xmlns:a16="http://schemas.microsoft.com/office/drawing/2014/main" id="{D3C0483E-E456-4080-A217-A8FD82F0D0EF}"/>
              </a:ext>
            </a:extLst>
          </p:cNvPr>
          <p:cNvSpPr>
            <a:spLocks noGrp="1"/>
          </p:cNvSpPr>
          <p:nvPr>
            <p:ph type="body" idx="1" hasCustomPrompt="1"/>
          </p:nvPr>
        </p:nvSpPr>
        <p:spPr>
          <a:xfrm>
            <a:off x="6781800" y="2743200"/>
            <a:ext cx="4572000" cy="1828800"/>
          </a:xfrm>
          <a:prstGeom prst="rect">
            <a:avLst/>
          </a:prstGeom>
        </p:spPr>
        <p:txBody>
          <a:bodyPr>
            <a:noAutofit/>
          </a:bodyPr>
          <a:lstStyle>
            <a:lvl1pPr marL="0" indent="0" algn="r">
              <a:buNone/>
              <a:defRPr sz="2000"/>
            </a:lvl1pPr>
          </a:lstStyle>
          <a:p>
            <a:r>
              <a:rPr lang="en-US" dirty="0"/>
              <a:t>This is a section subtitle and may extend to multiple lines. You may use bullet points, or opt not to. Text should ]be 20pt or larger.</a:t>
            </a:r>
          </a:p>
        </p:txBody>
      </p:sp>
      <p:sp>
        <p:nvSpPr>
          <p:cNvPr id="3" name="Picture Placeholder 2">
            <a:extLst>
              <a:ext uri="{FF2B5EF4-FFF2-40B4-BE49-F238E27FC236}">
                <a16:creationId xmlns:a16="http://schemas.microsoft.com/office/drawing/2014/main" id="{EF877CB8-5D06-403D-B5FA-E4444EEE707B}"/>
              </a:ext>
            </a:extLst>
          </p:cNvPr>
          <p:cNvSpPr>
            <a:spLocks noGrp="1"/>
          </p:cNvSpPr>
          <p:nvPr>
            <p:ph type="pic" sz="quarter" idx="15" hasCustomPrompt="1"/>
          </p:nvPr>
        </p:nvSpPr>
        <p:spPr>
          <a:xfrm>
            <a:off x="-386" y="-185"/>
            <a:ext cx="8229985" cy="6863596"/>
          </a:xfrm>
          <a:custGeom>
            <a:avLst/>
            <a:gdLst>
              <a:gd name="connsiteX0" fmla="*/ 0 w 8229600"/>
              <a:gd name="connsiteY0" fmla="*/ 6858000 h 6858000"/>
              <a:gd name="connsiteX1" fmla="*/ 0 w 8229600"/>
              <a:gd name="connsiteY1" fmla="*/ 0 h 6858000"/>
              <a:gd name="connsiteX2" fmla="*/ 8229600 w 8229600"/>
              <a:gd name="connsiteY2" fmla="*/ 0 h 6858000"/>
              <a:gd name="connsiteX3" fmla="*/ 8229600 w 8229600"/>
              <a:gd name="connsiteY3" fmla="*/ 6858000 h 6858000"/>
              <a:gd name="connsiteX4" fmla="*/ 0 w 8229600"/>
              <a:gd name="connsiteY4" fmla="*/ 6858000 h 6858000"/>
              <a:gd name="connsiteX0" fmla="*/ 0 w 8229600"/>
              <a:gd name="connsiteY0" fmla="*/ 6863411 h 6863411"/>
              <a:gd name="connsiteX1" fmla="*/ 0 w 8229600"/>
              <a:gd name="connsiteY1" fmla="*/ 5411 h 6863411"/>
              <a:gd name="connsiteX2" fmla="*/ 3717117 w 8229600"/>
              <a:gd name="connsiteY2" fmla="*/ 0 h 6863411"/>
              <a:gd name="connsiteX3" fmla="*/ 8229600 w 8229600"/>
              <a:gd name="connsiteY3" fmla="*/ 6863411 h 6863411"/>
              <a:gd name="connsiteX4" fmla="*/ 0 w 8229600"/>
              <a:gd name="connsiteY4" fmla="*/ 6863411 h 6863411"/>
              <a:gd name="connsiteX0" fmla="*/ 0 w 8229600"/>
              <a:gd name="connsiteY0" fmla="*/ 6863411 h 6863411"/>
              <a:gd name="connsiteX1" fmla="*/ 0 w 8229600"/>
              <a:gd name="connsiteY1" fmla="*/ 4025524 h 6863411"/>
              <a:gd name="connsiteX2" fmla="*/ 0 w 8229600"/>
              <a:gd name="connsiteY2" fmla="*/ 5411 h 6863411"/>
              <a:gd name="connsiteX3" fmla="*/ 3717117 w 8229600"/>
              <a:gd name="connsiteY3" fmla="*/ 0 h 6863411"/>
              <a:gd name="connsiteX4" fmla="*/ 8229600 w 8229600"/>
              <a:gd name="connsiteY4" fmla="*/ 6863411 h 6863411"/>
              <a:gd name="connsiteX5" fmla="*/ 0 w 8229600"/>
              <a:gd name="connsiteY5" fmla="*/ 6863411 h 6863411"/>
              <a:gd name="connsiteX0" fmla="*/ 1780104 w 8229600"/>
              <a:gd name="connsiteY0" fmla="*/ 6863411 h 6863411"/>
              <a:gd name="connsiteX1" fmla="*/ 0 w 8229600"/>
              <a:gd name="connsiteY1" fmla="*/ 4025524 h 6863411"/>
              <a:gd name="connsiteX2" fmla="*/ 0 w 8229600"/>
              <a:gd name="connsiteY2" fmla="*/ 5411 h 6863411"/>
              <a:gd name="connsiteX3" fmla="*/ 3717117 w 8229600"/>
              <a:gd name="connsiteY3" fmla="*/ 0 h 6863411"/>
              <a:gd name="connsiteX4" fmla="*/ 8229600 w 8229600"/>
              <a:gd name="connsiteY4" fmla="*/ 6863411 h 6863411"/>
              <a:gd name="connsiteX5" fmla="*/ 1780104 w 8229600"/>
              <a:gd name="connsiteY5" fmla="*/ 6863411 h 6863411"/>
              <a:gd name="connsiteX0" fmla="*/ 1785515 w 8235011"/>
              <a:gd name="connsiteY0" fmla="*/ 6868821 h 6868821"/>
              <a:gd name="connsiteX1" fmla="*/ 5411 w 8235011"/>
              <a:gd name="connsiteY1" fmla="*/ 4030934 h 6868821"/>
              <a:gd name="connsiteX2" fmla="*/ 0 w 8235011"/>
              <a:gd name="connsiteY2" fmla="*/ 0 h 6868821"/>
              <a:gd name="connsiteX3" fmla="*/ 3722528 w 8235011"/>
              <a:gd name="connsiteY3" fmla="*/ 5410 h 6868821"/>
              <a:gd name="connsiteX4" fmla="*/ 8235011 w 8235011"/>
              <a:gd name="connsiteY4" fmla="*/ 6868821 h 6868821"/>
              <a:gd name="connsiteX5" fmla="*/ 1785515 w 8235011"/>
              <a:gd name="connsiteY5" fmla="*/ 6868821 h 6868821"/>
              <a:gd name="connsiteX0" fmla="*/ 1785515 w 8235011"/>
              <a:gd name="connsiteY0" fmla="*/ 6863411 h 6863411"/>
              <a:gd name="connsiteX1" fmla="*/ 5411 w 8235011"/>
              <a:gd name="connsiteY1" fmla="*/ 4025524 h 6863411"/>
              <a:gd name="connsiteX2" fmla="*/ 0 w 8235011"/>
              <a:gd name="connsiteY2" fmla="*/ 25456 h 6863411"/>
              <a:gd name="connsiteX3" fmla="*/ 3722528 w 8235011"/>
              <a:gd name="connsiteY3" fmla="*/ 0 h 6863411"/>
              <a:gd name="connsiteX4" fmla="*/ 8235011 w 8235011"/>
              <a:gd name="connsiteY4" fmla="*/ 6863411 h 6863411"/>
              <a:gd name="connsiteX5" fmla="*/ 1785515 w 8235011"/>
              <a:gd name="connsiteY5" fmla="*/ 6863411 h 6863411"/>
              <a:gd name="connsiteX0" fmla="*/ 1781657 w 8231153"/>
              <a:gd name="connsiteY0" fmla="*/ 6863411 h 6863411"/>
              <a:gd name="connsiteX1" fmla="*/ 1553 w 8231153"/>
              <a:gd name="connsiteY1" fmla="*/ 4025524 h 6863411"/>
              <a:gd name="connsiteX2" fmla="*/ 0 w 8231153"/>
              <a:gd name="connsiteY2" fmla="*/ 6165 h 6863411"/>
              <a:gd name="connsiteX3" fmla="*/ 3718670 w 8231153"/>
              <a:gd name="connsiteY3" fmla="*/ 0 h 6863411"/>
              <a:gd name="connsiteX4" fmla="*/ 8231153 w 8231153"/>
              <a:gd name="connsiteY4" fmla="*/ 6863411 h 6863411"/>
              <a:gd name="connsiteX5" fmla="*/ 1781657 w 8231153"/>
              <a:gd name="connsiteY5" fmla="*/ 6863411 h 6863411"/>
              <a:gd name="connsiteX0" fmla="*/ 1780489 w 8229985"/>
              <a:gd name="connsiteY0" fmla="*/ 6863411 h 6863411"/>
              <a:gd name="connsiteX1" fmla="*/ 385 w 8229985"/>
              <a:gd name="connsiteY1" fmla="*/ 4025524 h 6863411"/>
              <a:gd name="connsiteX2" fmla="*/ 2007 w 8229985"/>
              <a:gd name="connsiteY2" fmla="*/ 2990 h 6863411"/>
              <a:gd name="connsiteX3" fmla="*/ 3717502 w 8229985"/>
              <a:gd name="connsiteY3" fmla="*/ 0 h 6863411"/>
              <a:gd name="connsiteX4" fmla="*/ 8229985 w 8229985"/>
              <a:gd name="connsiteY4" fmla="*/ 6863411 h 6863411"/>
              <a:gd name="connsiteX5" fmla="*/ 1780489 w 8229985"/>
              <a:gd name="connsiteY5" fmla="*/ 6863411 h 6863411"/>
              <a:gd name="connsiteX0" fmla="*/ 1780489 w 8229985"/>
              <a:gd name="connsiteY0" fmla="*/ 6863596 h 6863596"/>
              <a:gd name="connsiteX1" fmla="*/ 385 w 8229985"/>
              <a:gd name="connsiteY1" fmla="*/ 4025709 h 6863596"/>
              <a:gd name="connsiteX2" fmla="*/ 2007 w 8229985"/>
              <a:gd name="connsiteY2" fmla="*/ 0 h 6863596"/>
              <a:gd name="connsiteX3" fmla="*/ 3717502 w 8229985"/>
              <a:gd name="connsiteY3" fmla="*/ 185 h 6863596"/>
              <a:gd name="connsiteX4" fmla="*/ 8229985 w 8229985"/>
              <a:gd name="connsiteY4" fmla="*/ 6863596 h 6863596"/>
              <a:gd name="connsiteX5" fmla="*/ 1780489 w 8229985"/>
              <a:gd name="connsiteY5" fmla="*/ 6863596 h 686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9985" h="6863596">
                <a:moveTo>
                  <a:pt x="1780489" y="6863596"/>
                </a:moveTo>
                <a:lnTo>
                  <a:pt x="385" y="4025709"/>
                </a:lnTo>
                <a:cubicBezTo>
                  <a:pt x="-1419" y="2682064"/>
                  <a:pt x="3811" y="1343645"/>
                  <a:pt x="2007" y="0"/>
                </a:cubicBezTo>
                <a:lnTo>
                  <a:pt x="3717502" y="185"/>
                </a:lnTo>
                <a:lnTo>
                  <a:pt x="8229985" y="6863596"/>
                </a:lnTo>
                <a:lnTo>
                  <a:pt x="1780489" y="6863596"/>
                </a:lnTo>
                <a:close/>
              </a:path>
            </a:pathLst>
          </a:custGeom>
        </p:spPr>
        <p:txBody>
          <a:bodyPr anchor="ctr"/>
          <a:lstStyle>
            <a:lvl1pPr marL="182880" indent="0">
              <a:buNone/>
              <a:defRPr/>
            </a:lvl1pPr>
          </a:lstStyle>
          <a:p>
            <a:r>
              <a:rPr lang="en-US" dirty="0"/>
              <a:t>Add a picture from our library by clicking the icon</a:t>
            </a:r>
          </a:p>
        </p:txBody>
      </p:sp>
      <p:pic>
        <p:nvPicPr>
          <p:cNvPr id="5" name="Picture 4" descr="A blue and black logo&#10;&#10;Description automatically generated">
            <a:extLst>
              <a:ext uri="{FF2B5EF4-FFF2-40B4-BE49-F238E27FC236}">
                <a16:creationId xmlns:a16="http://schemas.microsoft.com/office/drawing/2014/main" id="{C4CE0ECB-1C75-A8C7-7942-4DCB2C9D76D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1367662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Column Content White 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431ED-35BC-4212-AFD8-A159293F27A5}"/>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1600">
                <a:latin typeface="+mn-lt"/>
              </a:defRPr>
            </a:lvl1pPr>
          </a:lstStyle>
          <a:p>
            <a:r>
              <a:rPr lang="en-US" dirty="0"/>
              <a:t>Key takeaway statement, may underline 1-2 words for emphasis and extend 1-2 lines. Text should be 16pt.</a:t>
            </a:r>
            <a:br>
              <a:rPr lang="en-US" dirty="0"/>
            </a:br>
            <a:r>
              <a:rPr lang="en-US" dirty="0"/>
              <a:t>Delete this box if not needed.</a:t>
            </a:r>
          </a:p>
        </p:txBody>
      </p:sp>
      <p:sp>
        <p:nvSpPr>
          <p:cNvPr id="3" name="Content Placeholder 2">
            <a:extLst>
              <a:ext uri="{FF2B5EF4-FFF2-40B4-BE49-F238E27FC236}">
                <a16:creationId xmlns:a16="http://schemas.microsoft.com/office/drawing/2014/main" id="{BF700E6D-E954-49F2-B4CE-B4B944F54AB0}"/>
              </a:ext>
            </a:extLst>
          </p:cNvPr>
          <p:cNvSpPr>
            <a:spLocks noGrp="1"/>
          </p:cNvSpPr>
          <p:nvPr>
            <p:ph idx="1" hasCustomPrompt="1"/>
          </p:nvPr>
        </p:nvSpPr>
        <p:spPr>
          <a:xfrm>
            <a:off x="365760" y="1825625"/>
            <a:ext cx="10972800" cy="4351338"/>
          </a:xfrm>
          <a:prstGeom prst="rect">
            <a:avLst/>
          </a:prstGeom>
        </p:spPr>
        <p:txBody>
          <a:bodyPr lIns="0">
            <a:normAutofit/>
          </a:bodyPr>
          <a:lstStyle>
            <a:lvl1pPr marL="0" indent="0">
              <a:spcBef>
                <a:spcPts val="600"/>
              </a:spcBef>
              <a:buNone/>
              <a:defRPr sz="1400">
                <a:latin typeface="+mn-lt"/>
              </a:defRPr>
            </a:lvl1pPr>
            <a:lvl2pPr marL="182880" indent="-182880">
              <a:spcBef>
                <a:spcPts val="600"/>
              </a:spcBef>
              <a:defRPr sz="1400">
                <a:latin typeface="+mn-lt"/>
              </a:defRPr>
            </a:lvl2pPr>
            <a:lvl3pPr marL="365760" indent="-182880">
              <a:spcBef>
                <a:spcPts val="600"/>
              </a:spcBef>
              <a:defRPr sz="1400">
                <a:latin typeface="+mn-lt"/>
              </a:defRPr>
            </a:lvl3pPr>
            <a:lvl5pPr marL="1828800" indent="0">
              <a:buNone/>
              <a:defRPr/>
            </a:lvl5pPr>
          </a:lstStyle>
          <a:p>
            <a:pPr lvl="0"/>
            <a:r>
              <a:rPr lang="en-US" dirty="0"/>
              <a:t>Body text should be 14pt. Click icon to add graphic. </a:t>
            </a:r>
          </a:p>
        </p:txBody>
      </p:sp>
      <p:sp>
        <p:nvSpPr>
          <p:cNvPr id="8" name="Text Placeholder 7">
            <a:extLst>
              <a:ext uri="{FF2B5EF4-FFF2-40B4-BE49-F238E27FC236}">
                <a16:creationId xmlns:a16="http://schemas.microsoft.com/office/drawing/2014/main" id="{AF67F3A2-24A6-45E6-90E1-9C7B460D948E}"/>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4"/>
                </a:solidFill>
                <a:latin typeface="+mj-lt"/>
              </a:defRPr>
            </a:lvl1pPr>
          </a:lstStyle>
          <a:p>
            <a:pPr lvl="0"/>
            <a:r>
              <a:rPr lang="en-US" dirty="0"/>
              <a:t>Slide title (2-5 words) – 18pt</a:t>
            </a:r>
          </a:p>
        </p:txBody>
      </p:sp>
      <p:pic>
        <p:nvPicPr>
          <p:cNvPr id="5" name="Picture 4" descr="A blue and black logo&#10;&#10;Description automatically generated">
            <a:extLst>
              <a:ext uri="{FF2B5EF4-FFF2-40B4-BE49-F238E27FC236}">
                <a16:creationId xmlns:a16="http://schemas.microsoft.com/office/drawing/2014/main" id="{2A5CEB6C-399B-F37A-B0A4-CAB11D465E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2978390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Content White 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5C29514-DFE8-429A-885B-7A7907F26BD4}"/>
              </a:ext>
            </a:extLst>
          </p:cNvPr>
          <p:cNvSpPr>
            <a:spLocks noGrp="1"/>
          </p:cNvSpPr>
          <p:nvPr>
            <p:ph sz="half" idx="2" hasCustomPrompt="1"/>
          </p:nvPr>
        </p:nvSpPr>
        <p:spPr>
          <a:xfrm>
            <a:off x="6175248" y="1737360"/>
            <a:ext cx="5212080" cy="4297680"/>
          </a:xfrm>
          <a:prstGeom prst="rect">
            <a:avLst/>
          </a:prstGeom>
        </p:spPr>
        <p:txBody>
          <a:bodyPr>
            <a:normAutofit/>
          </a:bodyPr>
          <a:lstStyle>
            <a:lvl1pPr marL="0" indent="0">
              <a:buNone/>
              <a:defRPr sz="1400">
                <a:latin typeface="+mn-lt"/>
              </a:defRPr>
            </a:lvl1pPr>
            <a:lvl2pPr marL="182880" indent="-182880">
              <a:defRPr sz="1400">
                <a:latin typeface="+mn-lt"/>
              </a:defRPr>
            </a:lvl2pPr>
            <a:lvl3pPr marL="365760" indent="-182880">
              <a:defRPr sz="1400">
                <a:latin typeface="+mn-lt"/>
              </a:defRPr>
            </a:lvl3pPr>
          </a:lstStyle>
          <a:p>
            <a:pPr lvl="0"/>
            <a:r>
              <a:rPr lang="en-US" dirty="0"/>
              <a:t>Body text should be 14pt. Click icon to add graphic. </a:t>
            </a:r>
          </a:p>
        </p:txBody>
      </p:sp>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4"/>
                </a:solidFill>
                <a:latin typeface="+mj-lt"/>
              </a:defRPr>
            </a:lvl1pPr>
          </a:lstStyle>
          <a:p>
            <a:pPr lvl="0"/>
            <a:r>
              <a:rPr lang="en-US" dirty="0"/>
              <a:t>Slide title (2-5 words) – 18pt</a:t>
            </a:r>
          </a:p>
        </p:txBody>
      </p:sp>
      <p:sp>
        <p:nvSpPr>
          <p:cNvPr id="12" name="Title 1">
            <a:extLst>
              <a:ext uri="{FF2B5EF4-FFF2-40B4-BE49-F238E27FC236}">
                <a16:creationId xmlns:a16="http://schemas.microsoft.com/office/drawing/2014/main" id="{98E011B6-D528-4B1E-905E-B4E480F5DC13}"/>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1600">
                <a:latin typeface="+mn-lt"/>
              </a:defRPr>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10" name="Content Placeholder 3">
            <a:extLst>
              <a:ext uri="{FF2B5EF4-FFF2-40B4-BE49-F238E27FC236}">
                <a16:creationId xmlns:a16="http://schemas.microsoft.com/office/drawing/2014/main" id="{6E7C3B46-D5EB-4C7A-AA2E-1397DA708BB3}"/>
              </a:ext>
            </a:extLst>
          </p:cNvPr>
          <p:cNvSpPr>
            <a:spLocks noGrp="1"/>
          </p:cNvSpPr>
          <p:nvPr>
            <p:ph sz="half" idx="15" hasCustomPrompt="1"/>
          </p:nvPr>
        </p:nvSpPr>
        <p:spPr>
          <a:xfrm>
            <a:off x="365760" y="1737360"/>
            <a:ext cx="5212080" cy="4297680"/>
          </a:xfrm>
          <a:prstGeom prst="rect">
            <a:avLst/>
          </a:prstGeom>
        </p:spPr>
        <p:txBody>
          <a:bodyPr>
            <a:normAutofit/>
          </a:bodyPr>
          <a:lstStyle>
            <a:lvl1pPr marL="0" indent="0">
              <a:buNone/>
              <a:defRPr sz="1400">
                <a:latin typeface="+mn-lt"/>
              </a:defRPr>
            </a:lvl1pPr>
            <a:lvl2pPr marL="182880" indent="-182880">
              <a:defRPr sz="1400">
                <a:latin typeface="+mn-lt"/>
              </a:defRPr>
            </a:lvl2pPr>
            <a:lvl3pPr marL="365760" indent="-182880">
              <a:defRPr sz="1400">
                <a:latin typeface="+mn-lt"/>
              </a:defRPr>
            </a:lvl3pPr>
          </a:lstStyle>
          <a:p>
            <a:pPr lvl="0"/>
            <a:r>
              <a:rPr lang="en-US" dirty="0"/>
              <a:t>Body text should be 14pt. Click icon to add graphic. </a:t>
            </a:r>
          </a:p>
        </p:txBody>
      </p:sp>
      <p:pic>
        <p:nvPicPr>
          <p:cNvPr id="15" name="Picture 14" descr="A blue and black logo&#10;&#10;Description automatically generated">
            <a:extLst>
              <a:ext uri="{FF2B5EF4-FFF2-40B4-BE49-F238E27FC236}">
                <a16:creationId xmlns:a16="http://schemas.microsoft.com/office/drawing/2014/main" id="{50E41235-A3D9-476E-695E-975B1B458C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3890919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Subtitle Content White 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2133A27-AF6E-40B5-83DF-31537A710D97}"/>
              </a:ext>
            </a:extLst>
          </p:cNvPr>
          <p:cNvSpPr>
            <a:spLocks noGrp="1"/>
          </p:cNvSpPr>
          <p:nvPr>
            <p:ph type="body" idx="1" hasCustomPrompt="1"/>
          </p:nvPr>
        </p:nvSpPr>
        <p:spPr>
          <a:xfrm>
            <a:off x="365759" y="1645920"/>
            <a:ext cx="5212080" cy="731520"/>
          </a:xfrm>
          <a:prstGeom prst="rect">
            <a:avLst/>
          </a:prstGeom>
        </p:spPr>
        <p:txBody>
          <a:bodyPr anchor="b">
            <a:norm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1-line sub-header, extend to 1-2 lines. Text should be 14Pt. </a:t>
            </a:r>
          </a:p>
        </p:txBody>
      </p:sp>
      <p:sp>
        <p:nvSpPr>
          <p:cNvPr id="5" name="Text Placeholder 4">
            <a:extLst>
              <a:ext uri="{FF2B5EF4-FFF2-40B4-BE49-F238E27FC236}">
                <a16:creationId xmlns:a16="http://schemas.microsoft.com/office/drawing/2014/main" id="{10409DFB-CEA4-4051-AD31-9CBE203E5184}"/>
              </a:ext>
            </a:extLst>
          </p:cNvPr>
          <p:cNvSpPr>
            <a:spLocks noGrp="1"/>
          </p:cNvSpPr>
          <p:nvPr>
            <p:ph type="body" sz="quarter" idx="3" hasCustomPrompt="1"/>
          </p:nvPr>
        </p:nvSpPr>
        <p:spPr>
          <a:xfrm>
            <a:off x="6131859" y="1645920"/>
            <a:ext cx="5212080" cy="731520"/>
          </a:xfrm>
          <a:prstGeom prst="rect">
            <a:avLst/>
          </a:prstGeom>
        </p:spPr>
        <p:txBody>
          <a:bodyPr anchor="b">
            <a:norm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1-line sub-header, extend to 1-2 lines. Text should be 14Pt. </a:t>
            </a:r>
          </a:p>
        </p:txBody>
      </p:sp>
      <p:sp>
        <p:nvSpPr>
          <p:cNvPr id="6" name="Content Placeholder 5">
            <a:extLst>
              <a:ext uri="{FF2B5EF4-FFF2-40B4-BE49-F238E27FC236}">
                <a16:creationId xmlns:a16="http://schemas.microsoft.com/office/drawing/2014/main" id="{6D7FF3F4-4820-4A19-BE4B-099A3F9F5202}"/>
              </a:ext>
            </a:extLst>
          </p:cNvPr>
          <p:cNvSpPr>
            <a:spLocks noGrp="1"/>
          </p:cNvSpPr>
          <p:nvPr>
            <p:ph sz="quarter" idx="4" hasCustomPrompt="1"/>
          </p:nvPr>
        </p:nvSpPr>
        <p:spPr>
          <a:xfrm>
            <a:off x="6131859" y="2468880"/>
            <a:ext cx="5212080" cy="3657600"/>
          </a:xfrm>
          <a:prstGeom prst="rect">
            <a:avLst/>
          </a:prstGeom>
        </p:spPr>
        <p:txBody>
          <a:bodyPr/>
          <a:lstStyle>
            <a:lvl1pPr marL="0" indent="0">
              <a:buNone/>
              <a:defRPr sz="1600"/>
            </a:lvl1pPr>
            <a:lvl2pPr marL="182880" indent="-182880">
              <a:defRPr sz="1600"/>
            </a:lvl2pPr>
            <a:lvl3pPr marL="365760" indent="-182880">
              <a:defRPr sz="1400"/>
            </a:lvl3pPr>
          </a:lstStyle>
          <a:p>
            <a:pPr lvl="0"/>
            <a:r>
              <a:rPr lang="en-US" dirty="0"/>
              <a:t>Body text should be 14pt. Click icon to add graphic. </a:t>
            </a:r>
          </a:p>
        </p:txBody>
      </p:sp>
      <p:sp>
        <p:nvSpPr>
          <p:cNvPr id="11" name="Text Placeholder 7">
            <a:extLst>
              <a:ext uri="{FF2B5EF4-FFF2-40B4-BE49-F238E27FC236}">
                <a16:creationId xmlns:a16="http://schemas.microsoft.com/office/drawing/2014/main" id="{2D79A281-A1F0-4130-9440-8B2317D3957B}"/>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4"/>
                </a:solidFill>
                <a:latin typeface="+mj-lt"/>
              </a:defRPr>
            </a:lvl1pPr>
          </a:lstStyle>
          <a:p>
            <a:pPr lvl="0"/>
            <a:r>
              <a:rPr lang="en-US" dirty="0"/>
              <a:t>Slide title (2-5 words) – 18pt</a:t>
            </a:r>
          </a:p>
        </p:txBody>
      </p:sp>
      <p:sp>
        <p:nvSpPr>
          <p:cNvPr id="14" name="Title 1">
            <a:extLst>
              <a:ext uri="{FF2B5EF4-FFF2-40B4-BE49-F238E27FC236}">
                <a16:creationId xmlns:a16="http://schemas.microsoft.com/office/drawing/2014/main" id="{300C77BE-5174-439E-8968-F572F6DC2154}"/>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1600">
                <a:latin typeface="+mn-lt"/>
              </a:defRPr>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12" name="Content Placeholder 5">
            <a:extLst>
              <a:ext uri="{FF2B5EF4-FFF2-40B4-BE49-F238E27FC236}">
                <a16:creationId xmlns:a16="http://schemas.microsoft.com/office/drawing/2014/main" id="{C0F1D480-B4EA-4791-BB6E-6DD467C7A83D}"/>
              </a:ext>
            </a:extLst>
          </p:cNvPr>
          <p:cNvSpPr>
            <a:spLocks noGrp="1"/>
          </p:cNvSpPr>
          <p:nvPr>
            <p:ph sz="quarter" idx="15" hasCustomPrompt="1"/>
          </p:nvPr>
        </p:nvSpPr>
        <p:spPr>
          <a:xfrm>
            <a:off x="365759" y="2514600"/>
            <a:ext cx="5212080" cy="3657600"/>
          </a:xfrm>
          <a:prstGeom prst="rect">
            <a:avLst/>
          </a:prstGeom>
        </p:spPr>
        <p:txBody>
          <a:bodyPr/>
          <a:lstStyle>
            <a:lvl1pPr marL="0" indent="0">
              <a:buNone/>
              <a:defRPr sz="1600"/>
            </a:lvl1pPr>
            <a:lvl2pPr marL="182880" indent="-182880">
              <a:defRPr sz="1600"/>
            </a:lvl2pPr>
            <a:lvl3pPr marL="365760" indent="-182880">
              <a:defRPr sz="1400"/>
            </a:lvl3pPr>
          </a:lstStyle>
          <a:p>
            <a:pPr lvl="0"/>
            <a:r>
              <a:rPr lang="en-US" dirty="0"/>
              <a:t>Body text should be 14pt. Click icon to add graphic. </a:t>
            </a:r>
          </a:p>
        </p:txBody>
      </p:sp>
      <p:pic>
        <p:nvPicPr>
          <p:cNvPr id="4" name="Picture 3" descr="A blue and black logo&#10;&#10;Description automatically generated">
            <a:extLst>
              <a:ext uri="{FF2B5EF4-FFF2-40B4-BE49-F238E27FC236}">
                <a16:creationId xmlns:a16="http://schemas.microsoft.com/office/drawing/2014/main" id="{D5D4DE8B-0D51-FF30-741F-ACE55D86CF6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2150627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lumn Content White BG">
    <p:spTree>
      <p:nvGrpSpPr>
        <p:cNvPr id="1" name=""/>
        <p:cNvGrpSpPr/>
        <p:nvPr/>
      </p:nvGrpSpPr>
      <p:grpSpPr>
        <a:xfrm>
          <a:off x="0" y="0"/>
          <a:ext cx="0" cy="0"/>
          <a:chOff x="0" y="0"/>
          <a:chExt cx="0" cy="0"/>
        </a:xfrm>
      </p:grpSpPr>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4"/>
                </a:solidFill>
                <a:latin typeface="+mj-lt"/>
              </a:defRPr>
            </a:lvl1pPr>
          </a:lstStyle>
          <a:p>
            <a:pPr lvl="0"/>
            <a:r>
              <a:rPr lang="en-US" dirty="0"/>
              <a:t>Slide title (2-5 words) – 18pt</a:t>
            </a:r>
          </a:p>
        </p:txBody>
      </p:sp>
      <p:sp>
        <p:nvSpPr>
          <p:cNvPr id="15" name="Title 1">
            <a:extLst>
              <a:ext uri="{FF2B5EF4-FFF2-40B4-BE49-F238E27FC236}">
                <a16:creationId xmlns:a16="http://schemas.microsoft.com/office/drawing/2014/main" id="{25BEEC79-05B5-4CC6-8A36-751868A3CA5F}"/>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1600">
                <a:latin typeface="+mn-lt"/>
              </a:defRPr>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3" name="Text Placeholder 2">
            <a:extLst>
              <a:ext uri="{FF2B5EF4-FFF2-40B4-BE49-F238E27FC236}">
                <a16:creationId xmlns:a16="http://schemas.microsoft.com/office/drawing/2014/main" id="{E57109A3-5601-40D6-A3A7-8415A70A9A08}"/>
              </a:ext>
            </a:extLst>
          </p:cNvPr>
          <p:cNvSpPr>
            <a:spLocks noGrp="1"/>
          </p:cNvSpPr>
          <p:nvPr>
            <p:ph type="body" sz="quarter" idx="30" hasCustomPrompt="1"/>
          </p:nvPr>
        </p:nvSpPr>
        <p:spPr>
          <a:xfrm>
            <a:off x="362611" y="1645920"/>
            <a:ext cx="3566160" cy="4572000"/>
          </a:xfrm>
          <a:prstGeom prst="rect">
            <a:avLst/>
          </a:prstGeo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dirty="0"/>
              <a:t>Body text should be 14pt.</a:t>
            </a:r>
          </a:p>
        </p:txBody>
      </p:sp>
      <p:sp>
        <p:nvSpPr>
          <p:cNvPr id="13" name="Text Placeholder 2">
            <a:extLst>
              <a:ext uri="{FF2B5EF4-FFF2-40B4-BE49-F238E27FC236}">
                <a16:creationId xmlns:a16="http://schemas.microsoft.com/office/drawing/2014/main" id="{624D5E9F-2159-4A58-AB83-FA977355E79A}"/>
              </a:ext>
            </a:extLst>
          </p:cNvPr>
          <p:cNvSpPr>
            <a:spLocks noGrp="1"/>
          </p:cNvSpPr>
          <p:nvPr>
            <p:ph type="body" sz="quarter" idx="31" hasCustomPrompt="1"/>
          </p:nvPr>
        </p:nvSpPr>
        <p:spPr>
          <a:xfrm>
            <a:off x="4023360" y="1645920"/>
            <a:ext cx="3566160" cy="4572000"/>
          </a:xfrm>
          <a:prstGeom prst="rect">
            <a:avLst/>
          </a:prstGeo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dirty="0"/>
              <a:t>Body text should be 14pt.</a:t>
            </a:r>
          </a:p>
        </p:txBody>
      </p:sp>
      <p:sp>
        <p:nvSpPr>
          <p:cNvPr id="14" name="Text Placeholder 2">
            <a:extLst>
              <a:ext uri="{FF2B5EF4-FFF2-40B4-BE49-F238E27FC236}">
                <a16:creationId xmlns:a16="http://schemas.microsoft.com/office/drawing/2014/main" id="{9B56A9A0-52C9-4DA9-9880-B268774D3074}"/>
              </a:ext>
            </a:extLst>
          </p:cNvPr>
          <p:cNvSpPr>
            <a:spLocks noGrp="1"/>
          </p:cNvSpPr>
          <p:nvPr>
            <p:ph type="body" sz="quarter" idx="32" hasCustomPrompt="1"/>
          </p:nvPr>
        </p:nvSpPr>
        <p:spPr>
          <a:xfrm>
            <a:off x="7680960" y="1645920"/>
            <a:ext cx="3657600" cy="4572000"/>
          </a:xfrm>
          <a:prstGeom prst="rect">
            <a:avLst/>
          </a:prstGeo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dirty="0"/>
              <a:t>Body text should be 14pt.</a:t>
            </a:r>
          </a:p>
        </p:txBody>
      </p:sp>
      <p:pic>
        <p:nvPicPr>
          <p:cNvPr id="4" name="Picture 3" descr="A blue and black logo&#10;&#10;Description automatically generated">
            <a:extLst>
              <a:ext uri="{FF2B5EF4-FFF2-40B4-BE49-F238E27FC236}">
                <a16:creationId xmlns:a16="http://schemas.microsoft.com/office/drawing/2014/main" id="{86EFE032-8B16-6D56-36E9-FB7302936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565944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adrant Content White BG">
    <p:spTree>
      <p:nvGrpSpPr>
        <p:cNvPr id="1" name=""/>
        <p:cNvGrpSpPr/>
        <p:nvPr/>
      </p:nvGrpSpPr>
      <p:grpSpPr>
        <a:xfrm>
          <a:off x="0" y="0"/>
          <a:ext cx="0" cy="0"/>
          <a:chOff x="0" y="0"/>
          <a:chExt cx="0" cy="0"/>
        </a:xfrm>
      </p:grpSpPr>
      <p:sp>
        <p:nvSpPr>
          <p:cNvPr id="9" name="Text Placeholder 7">
            <a:extLst>
              <a:ext uri="{FF2B5EF4-FFF2-40B4-BE49-F238E27FC236}">
                <a16:creationId xmlns:a16="http://schemas.microsoft.com/office/drawing/2014/main" id="{FF2ACCCE-C649-408D-A8AF-E5532641E219}"/>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4"/>
                </a:solidFill>
                <a:latin typeface="+mj-lt"/>
              </a:defRPr>
            </a:lvl1pPr>
          </a:lstStyle>
          <a:p>
            <a:pPr lvl="0"/>
            <a:r>
              <a:rPr lang="en-US" dirty="0"/>
              <a:t>Slide title (2-5 words) – 18pt</a:t>
            </a:r>
          </a:p>
        </p:txBody>
      </p:sp>
      <p:sp>
        <p:nvSpPr>
          <p:cNvPr id="14" name="Title 1">
            <a:extLst>
              <a:ext uri="{FF2B5EF4-FFF2-40B4-BE49-F238E27FC236}">
                <a16:creationId xmlns:a16="http://schemas.microsoft.com/office/drawing/2014/main" id="{3FC75BAA-00ED-43E4-8A26-D1183AB6501B}"/>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1600">
                <a:latin typeface="+mn-lt"/>
              </a:defRPr>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5" name="Text Placeholder 4">
            <a:extLst>
              <a:ext uri="{FF2B5EF4-FFF2-40B4-BE49-F238E27FC236}">
                <a16:creationId xmlns:a16="http://schemas.microsoft.com/office/drawing/2014/main" id="{28F1C10C-D544-48EE-B753-45091D3F191A}"/>
              </a:ext>
            </a:extLst>
          </p:cNvPr>
          <p:cNvSpPr>
            <a:spLocks noGrp="1"/>
          </p:cNvSpPr>
          <p:nvPr>
            <p:ph type="body" sz="quarter" idx="17" hasCustomPrompt="1"/>
          </p:nvPr>
        </p:nvSpPr>
        <p:spPr>
          <a:xfrm>
            <a:off x="5897880" y="182562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spcBef>
                <a:spcPts val="0"/>
              </a:spcBef>
              <a:defRPr sz="1200"/>
            </a:lvl3pPr>
          </a:lstStyle>
          <a:p>
            <a:pPr lvl="0"/>
            <a:r>
              <a:rPr lang="en-US" dirty="0"/>
              <a:t>Body text should be 14pt.</a:t>
            </a:r>
          </a:p>
        </p:txBody>
      </p:sp>
      <p:sp>
        <p:nvSpPr>
          <p:cNvPr id="13" name="Text Placeholder 4">
            <a:extLst>
              <a:ext uri="{FF2B5EF4-FFF2-40B4-BE49-F238E27FC236}">
                <a16:creationId xmlns:a16="http://schemas.microsoft.com/office/drawing/2014/main" id="{2041B42F-EEF5-4412-A803-2F22EF49F304}"/>
              </a:ext>
            </a:extLst>
          </p:cNvPr>
          <p:cNvSpPr>
            <a:spLocks noGrp="1"/>
          </p:cNvSpPr>
          <p:nvPr>
            <p:ph type="body" sz="quarter" idx="18" hasCustomPrompt="1"/>
          </p:nvPr>
        </p:nvSpPr>
        <p:spPr>
          <a:xfrm>
            <a:off x="365760" y="182562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spcBef>
                <a:spcPts val="0"/>
              </a:spcBef>
              <a:defRPr sz="1200"/>
            </a:lvl3pPr>
          </a:lstStyle>
          <a:p>
            <a:pPr lvl="0"/>
            <a:r>
              <a:rPr lang="en-US" dirty="0"/>
              <a:t>Body text should be 14pt.</a:t>
            </a:r>
          </a:p>
        </p:txBody>
      </p:sp>
      <p:sp>
        <p:nvSpPr>
          <p:cNvPr id="16" name="Text Placeholder 4">
            <a:extLst>
              <a:ext uri="{FF2B5EF4-FFF2-40B4-BE49-F238E27FC236}">
                <a16:creationId xmlns:a16="http://schemas.microsoft.com/office/drawing/2014/main" id="{A4FD8A43-797A-4897-95DD-68178F531BF1}"/>
              </a:ext>
            </a:extLst>
          </p:cNvPr>
          <p:cNvSpPr>
            <a:spLocks noGrp="1"/>
          </p:cNvSpPr>
          <p:nvPr>
            <p:ph type="body" sz="quarter" idx="19" hasCustomPrompt="1"/>
          </p:nvPr>
        </p:nvSpPr>
        <p:spPr>
          <a:xfrm>
            <a:off x="365760" y="393509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lnSpc>
                <a:spcPct val="100000"/>
              </a:lnSpc>
              <a:spcBef>
                <a:spcPts val="0"/>
              </a:spcBef>
              <a:defRPr sz="1200"/>
            </a:lvl3pPr>
          </a:lstStyle>
          <a:p>
            <a:pPr lvl="0"/>
            <a:r>
              <a:rPr lang="en-US" dirty="0"/>
              <a:t>Body text should be 14pt.</a:t>
            </a:r>
          </a:p>
        </p:txBody>
      </p:sp>
      <p:sp>
        <p:nvSpPr>
          <p:cNvPr id="17" name="Text Placeholder 4">
            <a:extLst>
              <a:ext uri="{FF2B5EF4-FFF2-40B4-BE49-F238E27FC236}">
                <a16:creationId xmlns:a16="http://schemas.microsoft.com/office/drawing/2014/main" id="{AD6D03A4-CACE-4058-81C2-C9F15F688269}"/>
              </a:ext>
            </a:extLst>
          </p:cNvPr>
          <p:cNvSpPr>
            <a:spLocks noGrp="1"/>
          </p:cNvSpPr>
          <p:nvPr>
            <p:ph type="body" sz="quarter" idx="20" hasCustomPrompt="1"/>
          </p:nvPr>
        </p:nvSpPr>
        <p:spPr>
          <a:xfrm>
            <a:off x="5899868" y="393509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spcBef>
                <a:spcPts val="0"/>
              </a:spcBef>
              <a:defRPr sz="1200"/>
            </a:lvl3pPr>
          </a:lstStyle>
          <a:p>
            <a:pPr lvl="0"/>
            <a:r>
              <a:rPr lang="en-US" dirty="0"/>
              <a:t>Body text should be 14pt.</a:t>
            </a:r>
          </a:p>
        </p:txBody>
      </p:sp>
      <p:pic>
        <p:nvPicPr>
          <p:cNvPr id="3" name="Picture 2" descr="A blue and black logo&#10;&#10;Description automatically generated">
            <a:extLst>
              <a:ext uri="{FF2B5EF4-FFF2-40B4-BE49-F238E27FC236}">
                <a16:creationId xmlns:a16="http://schemas.microsoft.com/office/drawing/2014/main" id="{08A3F0B9-DDA3-C868-5AAD-D1BD0BA7B8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4054990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Graph White 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C9456-D4B4-4553-B4FB-18A9BE90169E}"/>
              </a:ext>
            </a:extLst>
          </p:cNvPr>
          <p:cNvSpPr>
            <a:spLocks noGrp="1"/>
          </p:cNvSpPr>
          <p:nvPr>
            <p:ph type="title" hasCustomPrompt="1"/>
          </p:nvPr>
        </p:nvSpPr>
        <p:spPr>
          <a:xfrm>
            <a:off x="365759" y="1005840"/>
            <a:ext cx="4114800" cy="930144"/>
          </a:xfrm>
          <a:prstGeom prst="rect">
            <a:avLst/>
          </a:prstGeom>
        </p:spPr>
        <p:txBody>
          <a:bodyPr anchor="b">
            <a:normAutofit/>
          </a:bodyPr>
          <a:lstStyle>
            <a:lvl1pPr>
              <a:defRPr sz="1600">
                <a:latin typeface="+mn-lt"/>
              </a:defRPr>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3" name="Content Placeholder 2">
            <a:extLst>
              <a:ext uri="{FF2B5EF4-FFF2-40B4-BE49-F238E27FC236}">
                <a16:creationId xmlns:a16="http://schemas.microsoft.com/office/drawing/2014/main" id="{D8839ADC-5E96-405A-AF1F-84E5373B2BC8}"/>
              </a:ext>
            </a:extLst>
          </p:cNvPr>
          <p:cNvSpPr>
            <a:spLocks noGrp="1"/>
          </p:cNvSpPr>
          <p:nvPr>
            <p:ph idx="1" hasCustomPrompt="1"/>
          </p:nvPr>
        </p:nvSpPr>
        <p:spPr>
          <a:xfrm>
            <a:off x="5212080" y="1172976"/>
            <a:ext cx="6172200" cy="4671076"/>
          </a:xfrm>
          <a:prstGeom prst="rect">
            <a:avLst/>
          </a:prstGeom>
        </p:spPr>
        <p:txBody>
          <a:bodyPr>
            <a:normAutofit/>
          </a:bodyPr>
          <a:lstStyle>
            <a:lvl1pPr marL="0" indent="0">
              <a:buNone/>
              <a:defRPr sz="20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icon to add graphic. Change the color of the lines in View &gt; Slide Master &gt; Shape Format.</a:t>
            </a:r>
          </a:p>
        </p:txBody>
      </p:sp>
      <p:sp>
        <p:nvSpPr>
          <p:cNvPr id="4" name="Text Placeholder 3">
            <a:extLst>
              <a:ext uri="{FF2B5EF4-FFF2-40B4-BE49-F238E27FC236}">
                <a16:creationId xmlns:a16="http://schemas.microsoft.com/office/drawing/2014/main" id="{FA82E3AF-B61C-417E-A3F3-DE330569CFBD}"/>
              </a:ext>
            </a:extLst>
          </p:cNvPr>
          <p:cNvSpPr>
            <a:spLocks noGrp="1"/>
          </p:cNvSpPr>
          <p:nvPr>
            <p:ph type="body" sz="half" idx="2" hasCustomPrompt="1"/>
          </p:nvPr>
        </p:nvSpPr>
        <p:spPr>
          <a:xfrm>
            <a:off x="365759" y="2194560"/>
            <a:ext cx="4114800" cy="3657600"/>
          </a:xfrm>
          <a:prstGeom prst="rect">
            <a:avLst/>
          </a:prstGeom>
        </p:spPr>
        <p:txBody>
          <a:bodyPr>
            <a:normAutofit/>
          </a:bodyPr>
          <a:lstStyle>
            <a:lvl1pPr marL="0" indent="0">
              <a:spcBef>
                <a:spcPts val="0"/>
              </a:spcBef>
              <a:buNone/>
              <a:defRPr sz="1400"/>
            </a:lvl1pPr>
            <a:lvl2pPr marL="182880" indent="-182880">
              <a:spcBef>
                <a:spcPts val="0"/>
              </a:spcBef>
              <a:buFont typeface="Arial" panose="020B0604020202020204" pitchFamily="34" charset="0"/>
              <a:buChar char="•"/>
              <a:defRPr sz="1600"/>
            </a:lvl2pPr>
            <a:lvl3pPr marL="365760" indent="-182880">
              <a:spcBef>
                <a:spcPts val="0"/>
              </a:spcBef>
              <a:buFont typeface="Arial" panose="020B0604020202020204" pitchFamily="34" charset="0"/>
              <a:buChar char="•"/>
              <a:defRPr sz="14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Body text should be 14pt.</a:t>
            </a:r>
          </a:p>
        </p:txBody>
      </p:sp>
      <p:sp>
        <p:nvSpPr>
          <p:cNvPr id="9" name="Text Placeholder 7">
            <a:extLst>
              <a:ext uri="{FF2B5EF4-FFF2-40B4-BE49-F238E27FC236}">
                <a16:creationId xmlns:a16="http://schemas.microsoft.com/office/drawing/2014/main" id="{F6191C81-4DFF-464A-BE41-6F8DE1F1C326}"/>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chemeClr val="accent4"/>
                </a:solidFill>
                <a:latin typeface="+mj-lt"/>
              </a:defRPr>
            </a:lvl1pPr>
          </a:lstStyle>
          <a:p>
            <a:pPr lvl="0"/>
            <a:r>
              <a:rPr lang="en-US" dirty="0"/>
              <a:t>Slide title (2-5 words) – 18pt</a:t>
            </a:r>
          </a:p>
        </p:txBody>
      </p:sp>
      <p:sp>
        <p:nvSpPr>
          <p:cNvPr id="13" name="Parallelogram 12">
            <a:extLst>
              <a:ext uri="{FF2B5EF4-FFF2-40B4-BE49-F238E27FC236}">
                <a16:creationId xmlns:a16="http://schemas.microsoft.com/office/drawing/2014/main" id="{3084B0CF-9F31-411C-AAEF-D2D1F98A8B2E}"/>
              </a:ext>
            </a:extLst>
          </p:cNvPr>
          <p:cNvSpPr>
            <a:spLocks/>
          </p:cNvSpPr>
          <p:nvPr userDrawn="1"/>
        </p:nvSpPr>
        <p:spPr>
          <a:xfrm>
            <a:off x="5212080" y="1081535"/>
            <a:ext cx="6172200" cy="91440"/>
          </a:xfrm>
          <a:prstGeom prst="parallelogram">
            <a:avLst>
              <a:gd name="adj" fmla="val 65506"/>
            </a:avLst>
          </a:prstGeom>
          <a:solidFill>
            <a:schemeClr val="accent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Parallelogram 14">
            <a:extLst>
              <a:ext uri="{FF2B5EF4-FFF2-40B4-BE49-F238E27FC236}">
                <a16:creationId xmlns:a16="http://schemas.microsoft.com/office/drawing/2014/main" id="{5E042065-B44A-4253-852E-2BBD154389F7}"/>
              </a:ext>
            </a:extLst>
          </p:cNvPr>
          <p:cNvSpPr>
            <a:spLocks/>
          </p:cNvSpPr>
          <p:nvPr userDrawn="1"/>
        </p:nvSpPr>
        <p:spPr>
          <a:xfrm>
            <a:off x="5212080" y="5844052"/>
            <a:ext cx="6172200" cy="91440"/>
          </a:xfrm>
          <a:prstGeom prst="parallelogram">
            <a:avLst>
              <a:gd name="adj" fmla="val 65506"/>
            </a:avLst>
          </a:prstGeom>
          <a:solidFill>
            <a:schemeClr val="accent6"/>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and black logo&#10;&#10;Description automatically generated">
            <a:extLst>
              <a:ext uri="{FF2B5EF4-FFF2-40B4-BE49-F238E27FC236}">
                <a16:creationId xmlns:a16="http://schemas.microsoft.com/office/drawing/2014/main" id="{F192A18D-0AEA-E3E7-973F-73F50D829D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4078205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tement with Bkgrd Picture White 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0B406DE7-8E1B-42B0-B8C2-078151AEE485}"/>
              </a:ext>
            </a:extLst>
          </p:cNvPr>
          <p:cNvSpPr>
            <a:spLocks noGrp="1"/>
          </p:cNvSpPr>
          <p:nvPr>
            <p:ph type="pic" sz="quarter" idx="12" hasCustomPrompt="1"/>
          </p:nvPr>
        </p:nvSpPr>
        <p:spPr>
          <a:xfrm>
            <a:off x="0" y="9477"/>
            <a:ext cx="12192000" cy="6126480"/>
          </a:xfrm>
          <a:prstGeom prst="rect">
            <a:avLst/>
          </a:prstGeom>
        </p:spPr>
        <p:txBody>
          <a:bodyPr anchor="ctr"/>
          <a:lstStyle>
            <a:lvl1pPr marL="0" indent="0" algn="r">
              <a:spcBef>
                <a:spcPts val="0"/>
              </a:spcBef>
              <a:spcAft>
                <a:spcPts val="0"/>
              </a:spcAft>
              <a:buNone/>
              <a:defRPr>
                <a:latin typeface="+mn-lt"/>
              </a:defRPr>
            </a:lvl1pPr>
          </a:lstStyle>
          <a:p>
            <a:r>
              <a:rPr lang="en-US" dirty="0"/>
              <a:t>Click icon to add background </a:t>
            </a:r>
          </a:p>
          <a:p>
            <a:r>
              <a:rPr lang="en-US" dirty="0"/>
              <a:t>picture from our library</a:t>
            </a:r>
          </a:p>
        </p:txBody>
      </p:sp>
      <p:sp>
        <p:nvSpPr>
          <p:cNvPr id="2" name="Title 1">
            <a:extLst>
              <a:ext uri="{FF2B5EF4-FFF2-40B4-BE49-F238E27FC236}">
                <a16:creationId xmlns:a16="http://schemas.microsoft.com/office/drawing/2014/main" id="{8EA3931A-419A-4C4B-807C-0685C2D71571}"/>
              </a:ext>
            </a:extLst>
          </p:cNvPr>
          <p:cNvSpPr>
            <a:spLocks noGrp="1"/>
          </p:cNvSpPr>
          <p:nvPr>
            <p:ph type="title" hasCustomPrompt="1"/>
          </p:nvPr>
        </p:nvSpPr>
        <p:spPr>
          <a:xfrm>
            <a:off x="370242" y="1234440"/>
            <a:ext cx="5029200" cy="3657600"/>
          </a:xfrm>
          <a:prstGeom prst="rect">
            <a:avLst/>
          </a:prstGeom>
        </p:spPr>
        <p:txBody>
          <a:bodyPr>
            <a:normAutofit/>
          </a:bodyPr>
          <a:lstStyle>
            <a:lvl1pPr algn="ctr">
              <a:defRPr sz="2400">
                <a:latin typeface="+mj-lt"/>
              </a:defRPr>
            </a:lvl1pPr>
          </a:lstStyle>
          <a:p>
            <a:r>
              <a:rPr lang="en-US" dirty="0"/>
              <a:t>Add a bold statement text here. Avenir Next 24pt minimum. Change color of the lines in View &gt; Slide Master &gt; Shape Format.</a:t>
            </a:r>
          </a:p>
        </p:txBody>
      </p:sp>
      <p:sp>
        <p:nvSpPr>
          <p:cNvPr id="10" name="Parallelogram 9">
            <a:extLst>
              <a:ext uri="{FF2B5EF4-FFF2-40B4-BE49-F238E27FC236}">
                <a16:creationId xmlns:a16="http://schemas.microsoft.com/office/drawing/2014/main" id="{0FAB9CF5-0464-47C8-8070-EEE8A7D1D103}"/>
              </a:ext>
            </a:extLst>
          </p:cNvPr>
          <p:cNvSpPr>
            <a:spLocks/>
          </p:cNvSpPr>
          <p:nvPr userDrawn="1"/>
        </p:nvSpPr>
        <p:spPr>
          <a:xfrm>
            <a:off x="374724" y="1143000"/>
            <a:ext cx="5029200" cy="91440"/>
          </a:xfrm>
          <a:prstGeom prst="parallelogram">
            <a:avLst>
              <a:gd name="adj" fmla="val 65506"/>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arallelogram 10">
            <a:extLst>
              <a:ext uri="{FF2B5EF4-FFF2-40B4-BE49-F238E27FC236}">
                <a16:creationId xmlns:a16="http://schemas.microsoft.com/office/drawing/2014/main" id="{27DCD718-CA39-4BA5-A4D2-D26EC71BCB74}"/>
              </a:ext>
            </a:extLst>
          </p:cNvPr>
          <p:cNvSpPr>
            <a:spLocks/>
          </p:cNvSpPr>
          <p:nvPr userDrawn="1"/>
        </p:nvSpPr>
        <p:spPr>
          <a:xfrm>
            <a:off x="374724" y="4892040"/>
            <a:ext cx="5029200" cy="91440"/>
          </a:xfrm>
          <a:prstGeom prst="parallelogram">
            <a:avLst>
              <a:gd name="adj" fmla="val 65506"/>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black logo&#10;&#10;Description automatically generated">
            <a:extLst>
              <a:ext uri="{FF2B5EF4-FFF2-40B4-BE49-F238E27FC236}">
                <a16:creationId xmlns:a16="http://schemas.microsoft.com/office/drawing/2014/main" id="{51B8B734-939D-2EA8-40D6-26062F879A8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3653268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old Statement White BG">
    <p:spTree>
      <p:nvGrpSpPr>
        <p:cNvPr id="1" name=""/>
        <p:cNvGrpSpPr/>
        <p:nvPr/>
      </p:nvGrpSpPr>
      <p:grpSpPr>
        <a:xfrm>
          <a:off x="0" y="0"/>
          <a:ext cx="0" cy="0"/>
          <a:chOff x="0" y="0"/>
          <a:chExt cx="0" cy="0"/>
        </a:xfrm>
      </p:grpSpPr>
      <p:sp>
        <p:nvSpPr>
          <p:cNvPr id="6" name="Parallelogram 5">
            <a:extLst>
              <a:ext uri="{FF2B5EF4-FFF2-40B4-BE49-F238E27FC236}">
                <a16:creationId xmlns:a16="http://schemas.microsoft.com/office/drawing/2014/main" id="{934DC941-8483-4C60-B156-D057B2945DA6}"/>
              </a:ext>
            </a:extLst>
          </p:cNvPr>
          <p:cNvSpPr>
            <a:spLocks noChangeAspect="1"/>
          </p:cNvSpPr>
          <p:nvPr userDrawn="1"/>
        </p:nvSpPr>
        <p:spPr>
          <a:xfrm>
            <a:off x="5852160" y="0"/>
            <a:ext cx="2628900" cy="210312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Parallelogram 6">
            <a:extLst>
              <a:ext uri="{FF2B5EF4-FFF2-40B4-BE49-F238E27FC236}">
                <a16:creationId xmlns:a16="http://schemas.microsoft.com/office/drawing/2014/main" id="{83DAB288-0E87-4305-ABB0-83039EE0AD6A}"/>
              </a:ext>
            </a:extLst>
          </p:cNvPr>
          <p:cNvSpPr>
            <a:spLocks noChangeAspect="1"/>
          </p:cNvSpPr>
          <p:nvPr userDrawn="1"/>
        </p:nvSpPr>
        <p:spPr>
          <a:xfrm>
            <a:off x="3223260" y="4754880"/>
            <a:ext cx="2628900" cy="210312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3E7A2D6E-2B37-4405-84DA-8417ACC31ED8}"/>
              </a:ext>
            </a:extLst>
          </p:cNvPr>
          <p:cNvSpPr>
            <a:spLocks noGrp="1"/>
          </p:cNvSpPr>
          <p:nvPr>
            <p:ph type="body" sz="quarter" idx="12" hasCustomPrompt="1"/>
          </p:nvPr>
        </p:nvSpPr>
        <p:spPr>
          <a:xfrm>
            <a:off x="2895600" y="2514600"/>
            <a:ext cx="6400800" cy="1828800"/>
          </a:xfrm>
          <a:prstGeom prst="rect">
            <a:avLst/>
          </a:prstGeom>
        </p:spPr>
        <p:txBody>
          <a:bodyPr anchor="ctr">
            <a:normAutofit/>
          </a:bodyPr>
          <a:lstStyle>
            <a:lvl1pPr marL="0" indent="0" algn="ctr">
              <a:buNone/>
              <a:defRPr sz="2400">
                <a:latin typeface="+mn-lt"/>
              </a:defRPr>
            </a:lvl1pPr>
          </a:lstStyle>
          <a:p>
            <a:pPr lvl="0"/>
            <a:r>
              <a:rPr lang="en-US" dirty="0"/>
              <a:t>Add a bold statement here, which may extend to 4 lines. Avenir Next 24pt min. Change shape colors in View &gt; Slide Master &gt; Shape Format.</a:t>
            </a:r>
          </a:p>
        </p:txBody>
      </p:sp>
      <p:pic>
        <p:nvPicPr>
          <p:cNvPr id="5" name="Picture 4" descr="A blue and black logo&#10;&#10;Description automatically generated">
            <a:extLst>
              <a:ext uri="{FF2B5EF4-FFF2-40B4-BE49-F238E27FC236}">
                <a16:creationId xmlns:a16="http://schemas.microsoft.com/office/drawing/2014/main" id="{BA9C295E-6B1B-5BF5-D726-6A7BAC7F518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1169045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p Layout White 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CDF82C79-E4D8-4883-9768-CE81AD3F5DEE}"/>
              </a:ext>
            </a:extLst>
          </p:cNvPr>
          <p:cNvSpPr>
            <a:spLocks noGrp="1"/>
          </p:cNvSpPr>
          <p:nvPr>
            <p:ph type="title" hasCustomPrompt="1"/>
          </p:nvPr>
        </p:nvSpPr>
        <p:spPr>
          <a:xfrm>
            <a:off x="365760" y="1097279"/>
            <a:ext cx="3657600" cy="1371600"/>
          </a:xfrm>
          <a:prstGeom prst="rect">
            <a:avLst/>
          </a:prstGeom>
        </p:spPr>
        <p:txBody>
          <a:bodyPr anchor="b">
            <a:noAutofit/>
          </a:bodyPr>
          <a:lstStyle>
            <a:lvl1pPr>
              <a:defRPr sz="1600"/>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15" name="Text Placeholder 15">
            <a:extLst>
              <a:ext uri="{FF2B5EF4-FFF2-40B4-BE49-F238E27FC236}">
                <a16:creationId xmlns:a16="http://schemas.microsoft.com/office/drawing/2014/main" id="{183EA797-77DF-4CFF-9FB7-95466C36D87B}"/>
              </a:ext>
            </a:extLst>
          </p:cNvPr>
          <p:cNvSpPr>
            <a:spLocks noGrp="1"/>
          </p:cNvSpPr>
          <p:nvPr>
            <p:ph type="body" idx="1" hasCustomPrompt="1"/>
          </p:nvPr>
        </p:nvSpPr>
        <p:spPr>
          <a:xfrm>
            <a:off x="365760" y="2560322"/>
            <a:ext cx="3657600" cy="2743200"/>
          </a:xfrm>
          <a:prstGeom prst="rect">
            <a:avLst/>
          </a:prstGeom>
        </p:spPr>
        <p:txBody>
          <a:bodyPr>
            <a:noAutofit/>
          </a:bodyPr>
          <a:lstStyle>
            <a:lvl1pPr marL="0" indent="0">
              <a:buNone/>
              <a:defRPr sz="1400">
                <a:latin typeface="+mn-lt"/>
              </a:defRPr>
            </a:lvl1pPr>
            <a:lvl2pPr marL="182880" indent="-182880">
              <a:defRPr sz="1400"/>
            </a:lvl2pPr>
            <a:lvl3pPr marL="457200">
              <a:defRPr sz="1600"/>
            </a:lvl3pPr>
          </a:lstStyle>
          <a:p>
            <a:pPr lvl="0"/>
            <a:r>
              <a:rPr lang="en-US" dirty="0"/>
              <a:t>Body text should be 14pt.</a:t>
            </a:r>
          </a:p>
        </p:txBody>
      </p:sp>
      <p:sp>
        <p:nvSpPr>
          <p:cNvPr id="3" name="Text Placeholder 2">
            <a:extLst>
              <a:ext uri="{FF2B5EF4-FFF2-40B4-BE49-F238E27FC236}">
                <a16:creationId xmlns:a16="http://schemas.microsoft.com/office/drawing/2014/main" id="{6C571FDD-4333-4C61-9EC9-C75F189FC3CE}"/>
              </a:ext>
            </a:extLst>
          </p:cNvPr>
          <p:cNvSpPr>
            <a:spLocks noGrp="1"/>
          </p:cNvSpPr>
          <p:nvPr>
            <p:ph type="body" sz="quarter" idx="12" hasCustomPrompt="1"/>
          </p:nvPr>
        </p:nvSpPr>
        <p:spPr>
          <a:xfrm>
            <a:off x="365759" y="365760"/>
            <a:ext cx="5943600" cy="365760"/>
          </a:xfrm>
          <a:prstGeom prst="rect">
            <a:avLst/>
          </a:prstGeom>
        </p:spPr>
        <p:txBody>
          <a:bodyPr>
            <a:normAutofit/>
          </a:bodyPr>
          <a:lstStyle>
            <a:lvl1pPr marL="0" indent="0">
              <a:buNone/>
              <a:defRPr sz="1800" b="0" i="0">
                <a:solidFill>
                  <a:schemeClr val="accent4"/>
                </a:solidFill>
                <a:latin typeface="+mj-lt"/>
              </a:defRPr>
            </a:lvl1pPr>
          </a:lstStyle>
          <a:p>
            <a:pPr lvl="0"/>
            <a:r>
              <a:rPr lang="en-US" dirty="0"/>
              <a:t>Slide title (2-5 words) – 18pt</a:t>
            </a:r>
          </a:p>
        </p:txBody>
      </p:sp>
      <p:pic>
        <p:nvPicPr>
          <p:cNvPr id="5" name="Picture 4" descr="A blue and black logo&#10;&#10;Description automatically generated">
            <a:extLst>
              <a:ext uri="{FF2B5EF4-FFF2-40B4-BE49-F238E27FC236}">
                <a16:creationId xmlns:a16="http://schemas.microsoft.com/office/drawing/2014/main" id="{C15FFA82-AD9E-40DB-6977-B3533116CF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36290193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Slide White BG">
    <p:spTree>
      <p:nvGrpSpPr>
        <p:cNvPr id="1" name=""/>
        <p:cNvGrpSpPr/>
        <p:nvPr/>
      </p:nvGrpSpPr>
      <p:grpSpPr>
        <a:xfrm>
          <a:off x="0" y="0"/>
          <a:ext cx="0" cy="0"/>
          <a:chOff x="0" y="0"/>
          <a:chExt cx="0" cy="0"/>
        </a:xfrm>
      </p:grpSpPr>
      <p:pic>
        <p:nvPicPr>
          <p:cNvPr id="2" name="Picture 1" descr="A blue and black logo&#10;&#10;Description automatically generated">
            <a:extLst>
              <a:ext uri="{FF2B5EF4-FFF2-40B4-BE49-F238E27FC236}">
                <a16:creationId xmlns:a16="http://schemas.microsoft.com/office/drawing/2014/main" id="{208B9577-0354-DEE4-5B71-F43B244698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
        <p:nvSpPr>
          <p:cNvPr id="4" name="Text Placeholder 2">
            <a:extLst>
              <a:ext uri="{FF2B5EF4-FFF2-40B4-BE49-F238E27FC236}">
                <a16:creationId xmlns:a16="http://schemas.microsoft.com/office/drawing/2014/main" id="{40FC54BD-9A5E-7BFA-6BA3-2AE337DB070E}"/>
              </a:ext>
            </a:extLst>
          </p:cNvPr>
          <p:cNvSpPr>
            <a:spLocks noGrp="1"/>
          </p:cNvSpPr>
          <p:nvPr>
            <p:ph type="body" sz="quarter" idx="12" hasCustomPrompt="1"/>
          </p:nvPr>
        </p:nvSpPr>
        <p:spPr>
          <a:xfrm>
            <a:off x="365759" y="365760"/>
            <a:ext cx="5943600" cy="365760"/>
          </a:xfrm>
          <a:prstGeom prst="rect">
            <a:avLst/>
          </a:prstGeom>
        </p:spPr>
        <p:txBody>
          <a:bodyPr>
            <a:normAutofit/>
          </a:bodyPr>
          <a:lstStyle>
            <a:lvl1pPr marL="0" indent="0">
              <a:buNone/>
              <a:defRPr sz="1800" b="0" i="0">
                <a:solidFill>
                  <a:schemeClr val="accent4"/>
                </a:solidFill>
                <a:latin typeface="+mj-lt"/>
              </a:defRPr>
            </a:lvl1pPr>
          </a:lstStyle>
          <a:p>
            <a:pPr lvl="0"/>
            <a:r>
              <a:rPr lang="en-US" dirty="0"/>
              <a:t>Slide title (2-5 words) – 18pt</a:t>
            </a:r>
          </a:p>
        </p:txBody>
      </p:sp>
    </p:spTree>
    <p:extLst>
      <p:ext uri="{BB962C8B-B14F-4D97-AF65-F5344CB8AC3E}">
        <p14:creationId xmlns:p14="http://schemas.microsoft.com/office/powerpoint/2010/main" val="361164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NoLogo White BG">
    <p:spTree>
      <p:nvGrpSpPr>
        <p:cNvPr id="1" name=""/>
        <p:cNvGrpSpPr/>
        <p:nvPr/>
      </p:nvGrpSpPr>
      <p:grpSpPr>
        <a:xfrm>
          <a:off x="0" y="0"/>
          <a:ext cx="0" cy="0"/>
          <a:chOff x="0" y="0"/>
          <a:chExt cx="0" cy="0"/>
        </a:xfrm>
      </p:grpSpPr>
      <p:pic>
        <p:nvPicPr>
          <p:cNvPr id="2" name="Picture 1" descr="A blue and black logo&#10;&#10;Description automatically generated">
            <a:extLst>
              <a:ext uri="{FF2B5EF4-FFF2-40B4-BE49-F238E27FC236}">
                <a16:creationId xmlns:a16="http://schemas.microsoft.com/office/drawing/2014/main" id="{821B6FDA-B22C-A7D4-A90A-4216558E6AE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Tree>
    <p:extLst>
      <p:ext uri="{BB962C8B-B14F-4D97-AF65-F5344CB8AC3E}">
        <p14:creationId xmlns:p14="http://schemas.microsoft.com/office/powerpoint/2010/main" val="15127592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losing Slide White BG">
    <p:spTree>
      <p:nvGrpSpPr>
        <p:cNvPr id="1" name=""/>
        <p:cNvGrpSpPr/>
        <p:nvPr/>
      </p:nvGrpSpPr>
      <p:grpSpPr>
        <a:xfrm>
          <a:off x="0" y="0"/>
          <a:ext cx="0" cy="0"/>
          <a:chOff x="0" y="0"/>
          <a:chExt cx="0" cy="0"/>
        </a:xfrm>
      </p:grpSpPr>
      <p:pic>
        <p:nvPicPr>
          <p:cNvPr id="17" name="Picture 16" descr="A picture containing text, computer, night sky&#10;&#10;Description automatically generated">
            <a:extLst>
              <a:ext uri="{FF2B5EF4-FFF2-40B4-BE49-F238E27FC236}">
                <a16:creationId xmlns:a16="http://schemas.microsoft.com/office/drawing/2014/main" id="{FC968BA9-8D12-4549-8AF4-9179C3AA3A9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791200" y="-318"/>
            <a:ext cx="6400800" cy="6675120"/>
          </a:xfrm>
          <a:prstGeom prst="rect">
            <a:avLst/>
          </a:prstGeom>
        </p:spPr>
      </p:pic>
      <p:sp>
        <p:nvSpPr>
          <p:cNvPr id="6" name="Text Placeholder 3">
            <a:extLst>
              <a:ext uri="{FF2B5EF4-FFF2-40B4-BE49-F238E27FC236}">
                <a16:creationId xmlns:a16="http://schemas.microsoft.com/office/drawing/2014/main" id="{00FE70E3-2999-493C-97E6-44D1F5DCDFFB}"/>
              </a:ext>
            </a:extLst>
          </p:cNvPr>
          <p:cNvSpPr>
            <a:spLocks noGrp="1"/>
          </p:cNvSpPr>
          <p:nvPr>
            <p:ph type="body" sz="half" idx="2" hasCustomPrompt="1"/>
          </p:nvPr>
        </p:nvSpPr>
        <p:spPr>
          <a:xfrm>
            <a:off x="365759" y="9144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Add your name here</a:t>
            </a:r>
          </a:p>
        </p:txBody>
      </p:sp>
      <p:sp>
        <p:nvSpPr>
          <p:cNvPr id="13" name="Text Placeholder 3">
            <a:extLst>
              <a:ext uri="{FF2B5EF4-FFF2-40B4-BE49-F238E27FC236}">
                <a16:creationId xmlns:a16="http://schemas.microsoft.com/office/drawing/2014/main" id="{6F5F2753-9C94-4844-81F0-EEF41C50FEC3}"/>
              </a:ext>
            </a:extLst>
          </p:cNvPr>
          <p:cNvSpPr>
            <a:spLocks noGrp="1"/>
          </p:cNvSpPr>
          <p:nvPr>
            <p:ph type="body" sz="half" idx="12" hasCustomPrompt="1"/>
          </p:nvPr>
        </p:nvSpPr>
        <p:spPr>
          <a:xfrm>
            <a:off x="365759" y="13716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Add your.email@zelis.com here</a:t>
            </a:r>
          </a:p>
        </p:txBody>
      </p:sp>
      <p:sp>
        <p:nvSpPr>
          <p:cNvPr id="14" name="Text Placeholder 3">
            <a:extLst>
              <a:ext uri="{FF2B5EF4-FFF2-40B4-BE49-F238E27FC236}">
                <a16:creationId xmlns:a16="http://schemas.microsoft.com/office/drawing/2014/main" id="{2A5D62E7-BA43-4944-8822-D62B48EC1955}"/>
              </a:ext>
            </a:extLst>
          </p:cNvPr>
          <p:cNvSpPr>
            <a:spLocks noGrp="1"/>
          </p:cNvSpPr>
          <p:nvPr>
            <p:ph type="body" sz="half" idx="13" hasCustomPrompt="1"/>
          </p:nvPr>
        </p:nvSpPr>
        <p:spPr>
          <a:xfrm>
            <a:off x="365759" y="18288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Add your phone here</a:t>
            </a:r>
          </a:p>
        </p:txBody>
      </p:sp>
      <p:sp>
        <p:nvSpPr>
          <p:cNvPr id="5" name="TextBox 4">
            <a:extLst>
              <a:ext uri="{FF2B5EF4-FFF2-40B4-BE49-F238E27FC236}">
                <a16:creationId xmlns:a16="http://schemas.microsoft.com/office/drawing/2014/main" id="{28689042-01B9-D413-18A3-AEED913EB733}"/>
              </a:ext>
            </a:extLst>
          </p:cNvPr>
          <p:cNvSpPr txBox="1"/>
          <p:nvPr userDrawn="1"/>
        </p:nvSpPr>
        <p:spPr>
          <a:xfrm>
            <a:off x="1139321" y="5910501"/>
            <a:ext cx="4842379" cy="738664"/>
          </a:xfrm>
          <a:prstGeom prst="rect">
            <a:avLst/>
          </a:prstGeom>
          <a:noFill/>
        </p:spPr>
        <p:txBody>
          <a:bodyPr wrap="square">
            <a:spAutoFit/>
          </a:bodyPr>
          <a:lstStyle/>
          <a:p>
            <a:r>
              <a:rPr lang="en-US" sz="700" dirty="0">
                <a:solidFill>
                  <a:schemeClr val="bg2">
                    <a:lumMod val="50000"/>
                  </a:schemeClr>
                </a:solidFill>
              </a:rPr>
              <a:t>The information in this document is for general informational purposes only on an “as is” basis.  Zelis makes no representations or warranties of any kind, regarding this information, its products and/or services featured herein, or any specific outcomes based upon the use of such information/products. Nothing contained in this document is intended to constitute legal advice.  With respect to services provided by our Price Optimization business unit, Zelis provides savings and coding recommendations for each client, who independently assess whether to accept them.  All information related to a client’s approach to its cost containment program is confidential.</a:t>
            </a:r>
          </a:p>
        </p:txBody>
      </p:sp>
      <p:pic>
        <p:nvPicPr>
          <p:cNvPr id="11" name="Picture 10" descr="A blue and black logo&#10;&#10;Description automatically generated">
            <a:extLst>
              <a:ext uri="{FF2B5EF4-FFF2-40B4-BE49-F238E27FC236}">
                <a16:creationId xmlns:a16="http://schemas.microsoft.com/office/drawing/2014/main" id="{4F9F9304-F2BB-EF69-4479-788AB5FAF8B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5760" y="6217602"/>
            <a:ext cx="773561" cy="457200"/>
          </a:xfrm>
          <a:prstGeom prst="rect">
            <a:avLst/>
          </a:prstGeom>
        </p:spPr>
      </p:pic>
      <p:sp>
        <p:nvSpPr>
          <p:cNvPr id="20" name="Text Placeholder 2">
            <a:extLst>
              <a:ext uri="{FF2B5EF4-FFF2-40B4-BE49-F238E27FC236}">
                <a16:creationId xmlns:a16="http://schemas.microsoft.com/office/drawing/2014/main" id="{C72311CE-1291-062B-A222-9DBE7673A316}"/>
              </a:ext>
            </a:extLst>
          </p:cNvPr>
          <p:cNvSpPr>
            <a:spLocks noGrp="1"/>
          </p:cNvSpPr>
          <p:nvPr>
            <p:ph type="body" sz="quarter" idx="14" hasCustomPrompt="1"/>
          </p:nvPr>
        </p:nvSpPr>
        <p:spPr>
          <a:xfrm>
            <a:off x="365759" y="365760"/>
            <a:ext cx="5943600" cy="365760"/>
          </a:xfrm>
          <a:prstGeom prst="rect">
            <a:avLst/>
          </a:prstGeom>
        </p:spPr>
        <p:txBody>
          <a:bodyPr>
            <a:normAutofit/>
          </a:bodyPr>
          <a:lstStyle>
            <a:lvl1pPr marL="0" indent="0">
              <a:buNone/>
              <a:defRPr sz="1800" b="0" i="0">
                <a:solidFill>
                  <a:schemeClr val="accent4"/>
                </a:solidFill>
                <a:latin typeface="+mj-lt"/>
              </a:defRPr>
            </a:lvl1pPr>
          </a:lstStyle>
          <a:p>
            <a:pPr lvl="0"/>
            <a:r>
              <a:rPr lang="en-US" dirty="0"/>
              <a:t>Contact</a:t>
            </a:r>
          </a:p>
        </p:txBody>
      </p:sp>
      <p:sp>
        <p:nvSpPr>
          <p:cNvPr id="2" name="Rectangle 1">
            <a:extLst>
              <a:ext uri="{FF2B5EF4-FFF2-40B4-BE49-F238E27FC236}">
                <a16:creationId xmlns:a16="http://schemas.microsoft.com/office/drawing/2014/main" id="{E8096F5D-84CA-03C4-CA98-3E7B588D2B28}"/>
              </a:ext>
            </a:extLst>
          </p:cNvPr>
          <p:cNvSpPr>
            <a:spLocks noGrp="1" noRot="1" noMove="1" noResize="1" noEditPoints="1" noAdjustHandles="1" noChangeArrowheads="1" noChangeShapeType="1"/>
          </p:cNvSpPr>
          <p:nvPr userDrawn="1"/>
        </p:nvSpPr>
        <p:spPr>
          <a:xfrm>
            <a:off x="9113178" y="6380252"/>
            <a:ext cx="2722651" cy="2689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65508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Color Dark BG">
    <p:spTree>
      <p:nvGrpSpPr>
        <p:cNvPr id="1" name=""/>
        <p:cNvGrpSpPr/>
        <p:nvPr/>
      </p:nvGrpSpPr>
      <p:grpSpPr>
        <a:xfrm>
          <a:off x="0" y="0"/>
          <a:ext cx="0" cy="0"/>
          <a:chOff x="0" y="0"/>
          <a:chExt cx="0" cy="0"/>
        </a:xfrm>
      </p:grpSpPr>
      <p:pic>
        <p:nvPicPr>
          <p:cNvPr id="18" name="Picture 17" descr="Logo&#10;&#10;Description automatically generated">
            <a:extLst>
              <a:ext uri="{FF2B5EF4-FFF2-40B4-BE49-F238E27FC236}">
                <a16:creationId xmlns:a16="http://schemas.microsoft.com/office/drawing/2014/main" id="{4E1E99A2-3A3E-4671-9542-8E4B379CB8E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31520" y="822960"/>
            <a:ext cx="1529597" cy="731520"/>
          </a:xfrm>
          <a:prstGeom prst="rect">
            <a:avLst/>
          </a:prstGeom>
        </p:spPr>
      </p:pic>
      <p:sp>
        <p:nvSpPr>
          <p:cNvPr id="6" name="Picture Placeholder 9">
            <a:extLst>
              <a:ext uri="{FF2B5EF4-FFF2-40B4-BE49-F238E27FC236}">
                <a16:creationId xmlns:a16="http://schemas.microsoft.com/office/drawing/2014/main" id="{22744CF0-2DCE-F4A2-8D38-F28D225BB47D}"/>
              </a:ext>
            </a:extLst>
          </p:cNvPr>
          <p:cNvSpPr>
            <a:spLocks noGrp="1"/>
          </p:cNvSpPr>
          <p:nvPr>
            <p:ph type="pic" sz="quarter" idx="10" hasCustomPrompt="1"/>
          </p:nvPr>
        </p:nvSpPr>
        <p:spPr>
          <a:xfrm>
            <a:off x="731520" y="5029200"/>
            <a:ext cx="3200400" cy="914400"/>
          </a:xfrm>
          <a:prstGeom prst="rect">
            <a:avLst/>
          </a:prstGeom>
        </p:spPr>
        <p:txBody>
          <a:bodyPr anchor="ctr">
            <a:normAutofit/>
          </a:bodyPr>
          <a:lstStyle>
            <a:lvl1pPr marL="0" indent="0">
              <a:buNone/>
              <a:defRPr sz="1400">
                <a:solidFill>
                  <a:schemeClr val="bg1"/>
                </a:solidFill>
                <a:latin typeface="+mn-lt"/>
              </a:defRPr>
            </a:lvl1p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dirty="0"/>
              <a:t>Optional logo (e.g. client, partner)</a:t>
            </a:r>
          </a:p>
        </p:txBody>
      </p:sp>
      <p:sp>
        <p:nvSpPr>
          <p:cNvPr id="7" name="Text Placeholder 11">
            <a:extLst>
              <a:ext uri="{FF2B5EF4-FFF2-40B4-BE49-F238E27FC236}">
                <a16:creationId xmlns:a16="http://schemas.microsoft.com/office/drawing/2014/main" id="{4026D11D-2305-C392-4C0A-25D55E1D8742}"/>
              </a:ext>
            </a:extLst>
          </p:cNvPr>
          <p:cNvSpPr>
            <a:spLocks noGrp="1"/>
          </p:cNvSpPr>
          <p:nvPr>
            <p:ph type="body" sz="quarter" idx="11" hasCustomPrompt="1"/>
          </p:nvPr>
        </p:nvSpPr>
        <p:spPr>
          <a:xfrm>
            <a:off x="731520" y="4480560"/>
            <a:ext cx="3200400" cy="457200"/>
          </a:xfrm>
          <a:prstGeom prst="rect">
            <a:avLst/>
          </a:prstGeom>
        </p:spPr>
        <p:txBody>
          <a:bodyPr anchor="ctr">
            <a:noAutofit/>
          </a:bodyPr>
          <a:lstStyle>
            <a:lvl1pPr marL="0" indent="0">
              <a:buNone/>
              <a:defRPr sz="1400">
                <a:solidFill>
                  <a:schemeClr val="bg1"/>
                </a:solidFill>
                <a:latin typeface="+mn-lt"/>
              </a:defRPr>
            </a:lvl1pPr>
          </a:lstStyle>
          <a:p>
            <a:pPr lvl="0"/>
            <a:r>
              <a:rPr lang="en-US" dirty="0"/>
              <a:t>[Day, Month Year]</a:t>
            </a:r>
          </a:p>
        </p:txBody>
      </p:sp>
      <p:pic>
        <p:nvPicPr>
          <p:cNvPr id="8" name="Picture 7" descr="Logo&#10;&#10;Description automatically generated">
            <a:extLst>
              <a:ext uri="{FF2B5EF4-FFF2-40B4-BE49-F238E27FC236}">
                <a16:creationId xmlns:a16="http://schemas.microsoft.com/office/drawing/2014/main" id="{5EDFC76F-DFCA-883E-E608-042F5ABA6040}"/>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731520" y="822960"/>
            <a:ext cx="1529597" cy="731520"/>
          </a:xfrm>
          <a:prstGeom prst="rect">
            <a:avLst/>
          </a:prstGeom>
        </p:spPr>
      </p:pic>
      <p:sp>
        <p:nvSpPr>
          <p:cNvPr id="11" name="Title 5">
            <a:extLst>
              <a:ext uri="{FF2B5EF4-FFF2-40B4-BE49-F238E27FC236}">
                <a16:creationId xmlns:a16="http://schemas.microsoft.com/office/drawing/2014/main" id="{7E17E91A-0597-3003-C242-7A5EEC3B0DB4}"/>
              </a:ext>
            </a:extLst>
          </p:cNvPr>
          <p:cNvSpPr>
            <a:spLocks noGrp="1"/>
          </p:cNvSpPr>
          <p:nvPr>
            <p:ph type="title" hasCustomPrompt="1"/>
          </p:nvPr>
        </p:nvSpPr>
        <p:spPr>
          <a:xfrm>
            <a:off x="731520" y="1889125"/>
            <a:ext cx="4754880" cy="1325563"/>
          </a:xfrm>
        </p:spPr>
        <p:txBody>
          <a:bodyPr/>
          <a:lstStyle>
            <a:lvl1pPr>
              <a:defRPr>
                <a:latin typeface="+mj-lt"/>
              </a:defRPr>
            </a:lvl1pPr>
          </a:lstStyle>
          <a:p>
            <a:r>
              <a:rPr lang="en-US" dirty="0"/>
              <a:t>This is a title example and may extend 1-3 lines. </a:t>
            </a:r>
          </a:p>
        </p:txBody>
      </p:sp>
      <p:sp>
        <p:nvSpPr>
          <p:cNvPr id="13" name="Text Placeholder 15">
            <a:extLst>
              <a:ext uri="{FF2B5EF4-FFF2-40B4-BE49-F238E27FC236}">
                <a16:creationId xmlns:a16="http://schemas.microsoft.com/office/drawing/2014/main" id="{276CE895-0590-7C3D-BC6C-84978CF0E395}"/>
              </a:ext>
            </a:extLst>
          </p:cNvPr>
          <p:cNvSpPr>
            <a:spLocks noGrp="1"/>
          </p:cNvSpPr>
          <p:nvPr>
            <p:ph type="body" sz="quarter" idx="12" hasCustomPrompt="1"/>
          </p:nvPr>
        </p:nvSpPr>
        <p:spPr>
          <a:xfrm>
            <a:off x="731838" y="3306128"/>
            <a:ext cx="3883705" cy="1050925"/>
          </a:xfrm>
        </p:spPr>
        <p:txBody>
          <a:bodyPr>
            <a:normAutofit/>
          </a:bodyPr>
          <a:lstStyle>
            <a:lvl1pPr marL="0" indent="0">
              <a:buNone/>
              <a:defRPr sz="1800">
                <a:latin typeface="+mn-lt"/>
              </a:defRPr>
            </a:lvl1pPr>
            <a:lvl2pPr marL="228600" indent="0">
              <a:buNone/>
              <a:defRPr/>
            </a:lvl2pPr>
            <a:lvl3pPr marL="274320" indent="0">
              <a:buNone/>
              <a:defRPr/>
            </a:lvl3pPr>
            <a:lvl4pPr marL="1371600" indent="0">
              <a:buNone/>
              <a:defRPr/>
            </a:lvl4pPr>
            <a:lvl5pPr marL="1828800" indent="0">
              <a:buNone/>
              <a:defRPr/>
            </a:lvl5pPr>
          </a:lstStyle>
          <a:p>
            <a:pPr lvl="0"/>
            <a:r>
              <a:rPr lang="en-US" dirty="0"/>
              <a:t>This is a subtitle and may extend to no more than 2 lines. </a:t>
            </a:r>
          </a:p>
        </p:txBody>
      </p:sp>
      <p:sp>
        <p:nvSpPr>
          <p:cNvPr id="2" name="Rectangle 1">
            <a:extLst>
              <a:ext uri="{FF2B5EF4-FFF2-40B4-BE49-F238E27FC236}">
                <a16:creationId xmlns:a16="http://schemas.microsoft.com/office/drawing/2014/main" id="{E55D6B47-9D4D-9E46-F426-A3FB735D6714}"/>
              </a:ext>
            </a:extLst>
          </p:cNvPr>
          <p:cNvSpPr/>
          <p:nvPr userDrawn="1"/>
        </p:nvSpPr>
        <p:spPr>
          <a:xfrm>
            <a:off x="6400800" y="6172200"/>
            <a:ext cx="5486400" cy="5334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CC2C8BDD-46BC-4E17-289A-29CB0B2589F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553200" y="321899"/>
            <a:ext cx="5638799" cy="6078901"/>
          </a:xfrm>
          <a:prstGeom prst="rect">
            <a:avLst/>
          </a:prstGeom>
        </p:spPr>
      </p:pic>
    </p:spTree>
    <p:extLst>
      <p:ext uri="{BB962C8B-B14F-4D97-AF65-F5344CB8AC3E}">
        <p14:creationId xmlns:p14="http://schemas.microsoft.com/office/powerpoint/2010/main" val="14314877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Dark BG">
    <p:spTree>
      <p:nvGrpSpPr>
        <p:cNvPr id="1" name=""/>
        <p:cNvGrpSpPr/>
        <p:nvPr/>
      </p:nvGrpSpPr>
      <p:grpSpPr>
        <a:xfrm>
          <a:off x="0" y="0"/>
          <a:ext cx="0" cy="0"/>
          <a:chOff x="0" y="0"/>
          <a:chExt cx="0" cy="0"/>
        </a:xfrm>
      </p:grpSpPr>
      <p:graphicFrame>
        <p:nvGraphicFramePr>
          <p:cNvPr id="8" name="Table 12">
            <a:extLst>
              <a:ext uri="{FF2B5EF4-FFF2-40B4-BE49-F238E27FC236}">
                <a16:creationId xmlns:a16="http://schemas.microsoft.com/office/drawing/2014/main" id="{B62818A9-3F73-4344-BCA2-4EE225C3909D}"/>
              </a:ext>
            </a:extLst>
          </p:cNvPr>
          <p:cNvGraphicFramePr>
            <a:graphicFrameLocks noGrp="1"/>
          </p:cNvGraphicFramePr>
          <p:nvPr userDrawn="1">
            <p:extLst>
              <p:ext uri="{D42A27DB-BD31-4B8C-83A1-F6EECF244321}">
                <p14:modId xmlns:p14="http://schemas.microsoft.com/office/powerpoint/2010/main" val="3408755075"/>
              </p:ext>
            </p:extLst>
          </p:nvPr>
        </p:nvGraphicFramePr>
        <p:xfrm>
          <a:off x="365760" y="1827753"/>
          <a:ext cx="10988040" cy="3657600"/>
        </p:xfrm>
        <a:graphic>
          <a:graphicData uri="http://schemas.openxmlformats.org/drawingml/2006/table">
            <a:tbl>
              <a:tblPr firstRow="1" bandRow="1">
                <a:tableStyleId>{5C22544A-7EE6-4342-B048-85BDC9FD1C3A}</a:tableStyleId>
              </a:tblPr>
              <a:tblGrid>
                <a:gridCol w="1177290">
                  <a:extLst>
                    <a:ext uri="{9D8B030D-6E8A-4147-A177-3AD203B41FA5}">
                      <a16:colId xmlns:a16="http://schemas.microsoft.com/office/drawing/2014/main" val="716591009"/>
                    </a:ext>
                  </a:extLst>
                </a:gridCol>
                <a:gridCol w="9810750">
                  <a:extLst>
                    <a:ext uri="{9D8B030D-6E8A-4147-A177-3AD203B41FA5}">
                      <a16:colId xmlns:a16="http://schemas.microsoft.com/office/drawing/2014/main" val="2233180444"/>
                    </a:ext>
                  </a:extLst>
                </a:gridCol>
              </a:tblGrid>
              <a:tr h="731520">
                <a:tc>
                  <a:txBody>
                    <a:bodyPr/>
                    <a:lstStyle/>
                    <a:p>
                      <a:pPr algn="ctr"/>
                      <a:r>
                        <a:rPr lang="en-US" b="1" dirty="0">
                          <a:solidFill>
                            <a:schemeClr val="bg1"/>
                          </a:solidFill>
                          <a:latin typeface="Georgia Pro" panose="02040502050405020303" pitchFamily="18" charset="0"/>
                        </a:rPr>
                        <a:t>01</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91440" lvl="0"/>
                      <a:endParaRPr lang="en-US" b="0" dirty="0">
                        <a:solidFill>
                          <a:schemeClr val="tx1"/>
                        </a:solidFill>
                        <a:latin typeface="AvenirNext LT Pro Regular" panose="020B0504020202020204" pitchFamily="34" charset="0"/>
                      </a:endParaRPr>
                    </a:p>
                  </a:txBody>
                  <a:tcPr anchor="ctr">
                    <a:lnL w="76200" cap="flat" cmpd="sng" algn="ctr">
                      <a:solidFill>
                        <a:schemeClr val="tx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5789198"/>
                  </a:ext>
                </a:extLst>
              </a:tr>
              <a:tr h="731520">
                <a:tc>
                  <a:txBody>
                    <a:bodyPr/>
                    <a:lstStyle/>
                    <a:p>
                      <a:pPr algn="ctr"/>
                      <a:r>
                        <a:rPr lang="en-US" b="1" dirty="0">
                          <a:solidFill>
                            <a:schemeClr val="bg1"/>
                          </a:solidFill>
                          <a:latin typeface="Georgia Pro" panose="02040502050405020303" pitchFamily="18" charset="0"/>
                        </a:rPr>
                        <a:t>02</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tx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5876293"/>
                  </a:ext>
                </a:extLst>
              </a:tr>
              <a:tr h="731520">
                <a:tc>
                  <a:txBody>
                    <a:bodyPr/>
                    <a:lstStyle/>
                    <a:p>
                      <a:pPr algn="ctr"/>
                      <a:r>
                        <a:rPr lang="en-US" b="1" dirty="0">
                          <a:solidFill>
                            <a:schemeClr val="bg1"/>
                          </a:solidFill>
                          <a:latin typeface="Georgia Pro" panose="02040502050405020303" pitchFamily="18" charset="0"/>
                        </a:rPr>
                        <a:t>03</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tx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1442995"/>
                  </a:ext>
                </a:extLst>
              </a:tr>
              <a:tr h="731520">
                <a:tc>
                  <a:txBody>
                    <a:bodyPr/>
                    <a:lstStyle/>
                    <a:p>
                      <a:pPr algn="ctr"/>
                      <a:r>
                        <a:rPr lang="en-US" b="1" dirty="0">
                          <a:solidFill>
                            <a:schemeClr val="bg1"/>
                          </a:solidFill>
                          <a:latin typeface="Georgia Pro" panose="02040502050405020303" pitchFamily="18" charset="0"/>
                        </a:rPr>
                        <a:t>04</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tx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7670239"/>
                  </a:ext>
                </a:extLst>
              </a:tr>
              <a:tr h="731520">
                <a:tc>
                  <a:txBody>
                    <a:bodyPr/>
                    <a:lstStyle/>
                    <a:p>
                      <a:pPr algn="ctr"/>
                      <a:r>
                        <a:rPr lang="en-US" b="1" dirty="0">
                          <a:solidFill>
                            <a:schemeClr val="bg1"/>
                          </a:solidFill>
                          <a:latin typeface="Georgia Pro" panose="02040502050405020303" pitchFamily="18" charset="0"/>
                        </a:rPr>
                        <a:t>05</a:t>
                      </a:r>
                    </a:p>
                  </a:txBody>
                  <a:tcPr anchor="ctr">
                    <a:lnL w="76200" cap="flat" cmpd="sng" algn="ctr">
                      <a:solidFill>
                        <a:schemeClr val="tx1"/>
                      </a:solidFill>
                      <a:prstDash val="solid"/>
                      <a:round/>
                      <a:headEnd type="none" w="med" len="med"/>
                      <a:tailEnd type="none" w="med" len="med"/>
                    </a:lnL>
                    <a:lnR w="76200" cap="flat" cmpd="sng" algn="ctr">
                      <a:solidFill>
                        <a:schemeClr val="tx1"/>
                      </a:solidFill>
                      <a:prstDash val="solid"/>
                      <a:round/>
                      <a:headEnd type="none" w="med" len="med"/>
                      <a:tailEnd type="none" w="med" len="med"/>
                    </a:lnR>
                    <a:lnT w="762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9144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latin typeface="AvenirNext LT Pro Regular" panose="020B0504020202020204" pitchFamily="34" charset="0"/>
                        </a:rPr>
                        <a:t>View &gt; Slide Master &gt; right click on table &gt; Insert or Delete rows.</a:t>
                      </a:r>
                      <a:endParaRPr lang="en-US" dirty="0"/>
                    </a:p>
                    <a:p>
                      <a:pPr marL="9144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AvenirNext LT Pro Regular" panose="020B0504020202020204" pitchFamily="34" charset="0"/>
                        <a:ea typeface="+mn-ea"/>
                        <a:cs typeface="+mn-cs"/>
                      </a:endParaRPr>
                    </a:p>
                  </a:txBody>
                  <a:tcPr anchor="ctr">
                    <a:lnL w="76200" cap="flat" cmpd="sng" algn="ctr">
                      <a:solidFill>
                        <a:schemeClr val="tx1"/>
                      </a:solidFill>
                      <a:prstDash val="solid"/>
                      <a:round/>
                      <a:headEnd type="none" w="med" len="med"/>
                      <a:tailEnd type="none" w="med" len="med"/>
                    </a:lnL>
                    <a:lnR w="76200" cap="flat" cmpd="sng" algn="ctr">
                      <a:noFill/>
                      <a:prstDash val="solid"/>
                      <a:round/>
                      <a:headEnd type="none" w="med" len="med"/>
                      <a:tailEnd type="none" w="med" len="med"/>
                    </a:lnR>
                    <a:lnT w="762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9925022"/>
                  </a:ext>
                </a:extLst>
              </a:tr>
            </a:tbl>
          </a:graphicData>
        </a:graphic>
      </p:graphicFrame>
      <p:sp>
        <p:nvSpPr>
          <p:cNvPr id="15" name="Text Placeholder 14">
            <a:extLst>
              <a:ext uri="{FF2B5EF4-FFF2-40B4-BE49-F238E27FC236}">
                <a16:creationId xmlns:a16="http://schemas.microsoft.com/office/drawing/2014/main" id="{7A2CB1A9-30C1-4AAC-90FB-A3921F99953C}"/>
              </a:ext>
            </a:extLst>
          </p:cNvPr>
          <p:cNvSpPr>
            <a:spLocks noGrp="1"/>
          </p:cNvSpPr>
          <p:nvPr>
            <p:ph type="body" sz="quarter" idx="20" hasCustomPrompt="1"/>
          </p:nvPr>
        </p:nvSpPr>
        <p:spPr>
          <a:xfrm>
            <a:off x="1600866" y="1881198"/>
            <a:ext cx="9144000" cy="640080"/>
          </a:xfrm>
        </p:spPr>
        <p:txBody>
          <a:bodyPr lIns="0" rIns="0" anchor="ctr">
            <a:normAutofit/>
          </a:bodyPr>
          <a:lstStyle>
            <a:lvl1pPr marL="0" indent="0">
              <a:lnSpc>
                <a:spcPct val="100000"/>
              </a:lnSpc>
              <a:spcBef>
                <a:spcPts val="0"/>
              </a:spcBef>
              <a:buNone/>
              <a:defRPr sz="1800">
                <a:solidFill>
                  <a:schemeClr val="bg1"/>
                </a:solidFill>
                <a:latin typeface="AvenirNext LT Pro Regular" panose="020B0504020202020204" pitchFamily="34" charset="0"/>
              </a:defRPr>
            </a:lvl1pPr>
            <a:lvl2pPr marL="457200" indent="0">
              <a:buNone/>
              <a:defRPr/>
            </a:lvl2pPr>
            <a:lvl3pPr marL="914400" indent="0">
              <a:buNone/>
              <a:defRPr>
                <a:solidFill>
                  <a:schemeClr val="bg1"/>
                </a:solidFill>
                <a:latin typeface="AvenirNext LT Pro Regular" panose="020B0504020202020204" pitchFamily="34" charset="0"/>
              </a:defRPr>
            </a:lvl3pPr>
            <a:lvl4pPr>
              <a:defRPr>
                <a:solidFill>
                  <a:schemeClr val="bg1"/>
                </a:solidFill>
                <a:latin typeface="AvenirNext LT Pro Regular" panose="020B0504020202020204" pitchFamily="34" charset="0"/>
              </a:defRPr>
            </a:lvl4pPr>
            <a:lvl5pPr>
              <a:defRPr>
                <a:solidFill>
                  <a:schemeClr val="bg1"/>
                </a:solidFill>
                <a:latin typeface="AvenirNext LT Pro Regular" panose="020B0504020202020204" pitchFamily="34" charset="0"/>
              </a:defRPr>
            </a:lvl5pPr>
          </a:lstStyle>
          <a:p>
            <a:pPr lvl="0"/>
            <a:r>
              <a:rPr lang="en-US" dirty="0"/>
              <a:t>Item 1 goes here</a:t>
            </a:r>
          </a:p>
        </p:txBody>
      </p:sp>
      <p:sp>
        <p:nvSpPr>
          <p:cNvPr id="16" name="Text Placeholder 14">
            <a:extLst>
              <a:ext uri="{FF2B5EF4-FFF2-40B4-BE49-F238E27FC236}">
                <a16:creationId xmlns:a16="http://schemas.microsoft.com/office/drawing/2014/main" id="{9FDDF9D9-BD7E-4172-84AF-7878D246578E}"/>
              </a:ext>
            </a:extLst>
          </p:cNvPr>
          <p:cNvSpPr>
            <a:spLocks noGrp="1"/>
          </p:cNvSpPr>
          <p:nvPr>
            <p:ph type="body" sz="quarter" idx="21" hasCustomPrompt="1"/>
          </p:nvPr>
        </p:nvSpPr>
        <p:spPr>
          <a:xfrm>
            <a:off x="1600866" y="2606040"/>
            <a:ext cx="9144000" cy="640080"/>
          </a:xfrm>
        </p:spPr>
        <p:txBody>
          <a:bodyPr lIns="0" rIns="0" anchor="ctr">
            <a:normAutofit/>
          </a:bodyPr>
          <a:lstStyle>
            <a:lvl1pPr marL="0" indent="0">
              <a:lnSpc>
                <a:spcPct val="100000"/>
              </a:lnSpc>
              <a:spcBef>
                <a:spcPts val="0"/>
              </a:spcBef>
              <a:buNone/>
              <a:defRPr sz="1800">
                <a:solidFill>
                  <a:schemeClr val="bg1"/>
                </a:solidFill>
                <a:latin typeface="AvenirNext LT Pro Regular" panose="020B0504020202020204" pitchFamily="34" charset="0"/>
              </a:defRPr>
            </a:lvl1pPr>
            <a:lvl2pPr marL="457200" indent="0">
              <a:buNone/>
              <a:defRPr/>
            </a:lvl2pPr>
            <a:lvl3pPr marL="914400" indent="0">
              <a:buNone/>
              <a:defRPr>
                <a:solidFill>
                  <a:schemeClr val="bg1"/>
                </a:solidFill>
                <a:latin typeface="AvenirNext LT Pro Regular" panose="020B0504020202020204" pitchFamily="34" charset="0"/>
              </a:defRPr>
            </a:lvl3pPr>
            <a:lvl4pPr>
              <a:defRPr>
                <a:solidFill>
                  <a:schemeClr val="bg1"/>
                </a:solidFill>
                <a:latin typeface="AvenirNext LT Pro Regular" panose="020B0504020202020204" pitchFamily="34" charset="0"/>
              </a:defRPr>
            </a:lvl4pPr>
            <a:lvl5pPr>
              <a:defRPr>
                <a:solidFill>
                  <a:schemeClr val="bg1"/>
                </a:solidFill>
                <a:latin typeface="AvenirNext LT Pro Regular" panose="020B0504020202020204" pitchFamily="34" charset="0"/>
              </a:defRPr>
            </a:lvl5pPr>
          </a:lstStyle>
          <a:p>
            <a:pPr lvl="0"/>
            <a:r>
              <a:rPr lang="en-US" dirty="0"/>
              <a:t>Item 2 goes here</a:t>
            </a:r>
          </a:p>
        </p:txBody>
      </p:sp>
      <p:sp>
        <p:nvSpPr>
          <p:cNvPr id="17" name="Text Placeholder 14">
            <a:extLst>
              <a:ext uri="{FF2B5EF4-FFF2-40B4-BE49-F238E27FC236}">
                <a16:creationId xmlns:a16="http://schemas.microsoft.com/office/drawing/2014/main" id="{6268EC64-8239-433E-BDE3-4EC32861BDF5}"/>
              </a:ext>
            </a:extLst>
          </p:cNvPr>
          <p:cNvSpPr>
            <a:spLocks noGrp="1"/>
          </p:cNvSpPr>
          <p:nvPr>
            <p:ph type="body" sz="quarter" idx="22" hasCustomPrompt="1"/>
          </p:nvPr>
        </p:nvSpPr>
        <p:spPr>
          <a:xfrm>
            <a:off x="1600866" y="3320854"/>
            <a:ext cx="9144000" cy="640080"/>
          </a:xfrm>
        </p:spPr>
        <p:txBody>
          <a:bodyPr lIns="0" rIns="0" anchor="ctr">
            <a:normAutofit/>
          </a:bodyPr>
          <a:lstStyle>
            <a:lvl1pPr marL="0" indent="0">
              <a:lnSpc>
                <a:spcPct val="100000"/>
              </a:lnSpc>
              <a:spcBef>
                <a:spcPts val="0"/>
              </a:spcBef>
              <a:buNone/>
              <a:defRPr sz="1800">
                <a:solidFill>
                  <a:schemeClr val="bg1"/>
                </a:solidFill>
                <a:latin typeface="AvenirNext LT Pro Regular" panose="020B0504020202020204" pitchFamily="34" charset="0"/>
              </a:defRPr>
            </a:lvl1pPr>
            <a:lvl2pPr marL="457200" indent="0">
              <a:buNone/>
              <a:defRPr/>
            </a:lvl2pPr>
            <a:lvl3pPr marL="914400" indent="0">
              <a:buNone/>
              <a:defRPr>
                <a:solidFill>
                  <a:schemeClr val="bg1"/>
                </a:solidFill>
                <a:latin typeface="AvenirNext LT Pro Regular" panose="020B0504020202020204" pitchFamily="34" charset="0"/>
              </a:defRPr>
            </a:lvl3pPr>
            <a:lvl4pPr>
              <a:defRPr>
                <a:solidFill>
                  <a:schemeClr val="bg1"/>
                </a:solidFill>
                <a:latin typeface="AvenirNext LT Pro Regular" panose="020B0504020202020204" pitchFamily="34" charset="0"/>
              </a:defRPr>
            </a:lvl4pPr>
            <a:lvl5pPr>
              <a:defRPr>
                <a:solidFill>
                  <a:schemeClr val="bg1"/>
                </a:solidFill>
                <a:latin typeface="AvenirNext LT Pro Regular" panose="020B0504020202020204" pitchFamily="34" charset="0"/>
              </a:defRPr>
            </a:lvl5pPr>
          </a:lstStyle>
          <a:p>
            <a:pPr lvl="0"/>
            <a:r>
              <a:rPr lang="en-US" dirty="0"/>
              <a:t>Item 3 goes here</a:t>
            </a:r>
          </a:p>
        </p:txBody>
      </p:sp>
      <p:sp>
        <p:nvSpPr>
          <p:cNvPr id="18" name="Text Placeholder 14">
            <a:extLst>
              <a:ext uri="{FF2B5EF4-FFF2-40B4-BE49-F238E27FC236}">
                <a16:creationId xmlns:a16="http://schemas.microsoft.com/office/drawing/2014/main" id="{6DF3DAAB-C622-4598-B85E-0B393B46F785}"/>
              </a:ext>
            </a:extLst>
          </p:cNvPr>
          <p:cNvSpPr>
            <a:spLocks noGrp="1"/>
          </p:cNvSpPr>
          <p:nvPr>
            <p:ph type="body" sz="quarter" idx="23" hasCustomPrompt="1"/>
          </p:nvPr>
        </p:nvSpPr>
        <p:spPr>
          <a:xfrm>
            <a:off x="1600866" y="4066248"/>
            <a:ext cx="9144000" cy="640080"/>
          </a:xfrm>
        </p:spPr>
        <p:txBody>
          <a:bodyPr lIns="0" rIns="0" anchor="ctr">
            <a:normAutofit/>
          </a:bodyPr>
          <a:lstStyle>
            <a:lvl1pPr marL="0" indent="0">
              <a:lnSpc>
                <a:spcPct val="100000"/>
              </a:lnSpc>
              <a:spcBef>
                <a:spcPts val="0"/>
              </a:spcBef>
              <a:buNone/>
              <a:defRPr sz="1800">
                <a:solidFill>
                  <a:schemeClr val="bg1"/>
                </a:solidFill>
                <a:latin typeface="AvenirNext LT Pro Regular" panose="020B0504020202020204" pitchFamily="34" charset="0"/>
              </a:defRPr>
            </a:lvl1pPr>
            <a:lvl2pPr marL="457200" indent="0">
              <a:buNone/>
              <a:defRPr/>
            </a:lvl2pPr>
            <a:lvl3pPr marL="914400" indent="0">
              <a:buNone/>
              <a:defRPr>
                <a:solidFill>
                  <a:schemeClr val="bg1"/>
                </a:solidFill>
                <a:latin typeface="AvenirNext LT Pro Regular" panose="020B0504020202020204" pitchFamily="34" charset="0"/>
              </a:defRPr>
            </a:lvl3pPr>
            <a:lvl4pPr>
              <a:defRPr>
                <a:solidFill>
                  <a:schemeClr val="bg1"/>
                </a:solidFill>
                <a:latin typeface="AvenirNext LT Pro Regular" panose="020B0504020202020204" pitchFamily="34" charset="0"/>
              </a:defRPr>
            </a:lvl4pPr>
            <a:lvl5pPr>
              <a:defRPr>
                <a:solidFill>
                  <a:schemeClr val="bg1"/>
                </a:solidFill>
                <a:latin typeface="AvenirNext LT Pro Regular" panose="020B0504020202020204" pitchFamily="34" charset="0"/>
              </a:defRPr>
            </a:lvl5pPr>
          </a:lstStyle>
          <a:p>
            <a:pPr lvl="0"/>
            <a:r>
              <a:rPr lang="en-US" dirty="0"/>
              <a:t>If you need to add or delete rows, go to:</a:t>
            </a:r>
          </a:p>
        </p:txBody>
      </p:sp>
      <p:sp>
        <p:nvSpPr>
          <p:cNvPr id="19" name="Text Placeholder 14">
            <a:extLst>
              <a:ext uri="{FF2B5EF4-FFF2-40B4-BE49-F238E27FC236}">
                <a16:creationId xmlns:a16="http://schemas.microsoft.com/office/drawing/2014/main" id="{92B72A04-A2B1-4196-BC18-CD986D852E3D}"/>
              </a:ext>
            </a:extLst>
          </p:cNvPr>
          <p:cNvSpPr>
            <a:spLocks noGrp="1"/>
          </p:cNvSpPr>
          <p:nvPr>
            <p:ph type="body" sz="quarter" idx="24" hasCustomPrompt="1"/>
          </p:nvPr>
        </p:nvSpPr>
        <p:spPr>
          <a:xfrm>
            <a:off x="1600866" y="4788205"/>
            <a:ext cx="9144000" cy="640080"/>
          </a:xfrm>
        </p:spPr>
        <p:txBody>
          <a:bodyPr lIns="0" anchor="ctr">
            <a:normAutofit/>
          </a:bodyPr>
          <a:lstStyle>
            <a:lvl1pPr marL="0" indent="0">
              <a:lnSpc>
                <a:spcPct val="100000"/>
              </a:lnSpc>
              <a:spcBef>
                <a:spcPts val="0"/>
              </a:spcBef>
              <a:buNone/>
              <a:defRPr sz="1800">
                <a:solidFill>
                  <a:schemeClr val="bg1"/>
                </a:solidFill>
                <a:latin typeface="AvenirNext LT Pro Regular" panose="020B0504020202020204" pitchFamily="34" charset="0"/>
              </a:defRPr>
            </a:lvl1pPr>
            <a:lvl2pPr marL="457200" indent="0">
              <a:buNone/>
              <a:defRPr/>
            </a:lvl2pPr>
            <a:lvl3pPr marL="914400" indent="0">
              <a:buNone/>
              <a:defRPr>
                <a:solidFill>
                  <a:schemeClr val="bg1"/>
                </a:solidFill>
                <a:latin typeface="AvenirNext LT Pro Regular" panose="020B0504020202020204" pitchFamily="34" charset="0"/>
              </a:defRPr>
            </a:lvl3pPr>
            <a:lvl4pPr>
              <a:defRPr>
                <a:solidFill>
                  <a:schemeClr val="bg1"/>
                </a:solidFill>
                <a:latin typeface="AvenirNext LT Pro Regular" panose="020B0504020202020204" pitchFamily="34" charset="0"/>
              </a:defRPr>
            </a:lvl4pPr>
            <a:lvl5pPr>
              <a:defRPr>
                <a:solidFill>
                  <a:schemeClr val="bg1"/>
                </a:solidFill>
                <a:latin typeface="AvenirNext LT Pro Regular" panose="020B0504020202020204" pitchFamily="34" charset="0"/>
              </a:defRPr>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View &gt; Slide Master &gt; right click on table &gt; Insert or Delete rows.</a:t>
            </a:r>
          </a:p>
        </p:txBody>
      </p:sp>
      <p:pic>
        <p:nvPicPr>
          <p:cNvPr id="20" name="Picture 19">
            <a:extLst>
              <a:ext uri="{FF2B5EF4-FFF2-40B4-BE49-F238E27FC236}">
                <a16:creationId xmlns:a16="http://schemas.microsoft.com/office/drawing/2014/main" id="{B9D053C4-2CC3-41AB-85F4-05E21F50DAC9}"/>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21" name="TextBox 20">
            <a:extLst>
              <a:ext uri="{FF2B5EF4-FFF2-40B4-BE49-F238E27FC236}">
                <a16:creationId xmlns:a16="http://schemas.microsoft.com/office/drawing/2014/main" id="{65B88F9D-3DE2-4992-829D-05C3DEF24239}"/>
              </a:ext>
            </a:extLst>
          </p:cNvPr>
          <p:cNvSpPr txBox="1"/>
          <p:nvPr userDrawn="1"/>
        </p:nvSpPr>
        <p:spPr>
          <a:xfrm>
            <a:off x="365760" y="365760"/>
            <a:ext cx="1058303" cy="369332"/>
          </a:xfrm>
          <a:prstGeom prst="rect">
            <a:avLst/>
          </a:prstGeom>
          <a:noFill/>
        </p:spPr>
        <p:txBody>
          <a:bodyPr wrap="none" rtlCol="0" anchor="ctr">
            <a:spAutoFit/>
          </a:bodyPr>
          <a:lstStyle/>
          <a:p>
            <a:r>
              <a:rPr lang="en-US" sz="1800" b="0" i="0" dirty="0">
                <a:solidFill>
                  <a:srgbClr val="FFBD00"/>
                </a:solidFill>
                <a:latin typeface="+mj-lt"/>
              </a:rPr>
              <a:t>Agenda</a:t>
            </a:r>
          </a:p>
        </p:txBody>
      </p:sp>
    </p:spTree>
    <p:extLst>
      <p:ext uri="{BB962C8B-B14F-4D97-AF65-F5344CB8AC3E}">
        <p14:creationId xmlns:p14="http://schemas.microsoft.com/office/powerpoint/2010/main" val="1784325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Break 1 Dark 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ED38554F-CB55-4B32-AE70-CD46EFEEF59D}"/>
              </a:ext>
            </a:extLst>
          </p:cNvPr>
          <p:cNvSpPr>
            <a:spLocks noGrp="1"/>
          </p:cNvSpPr>
          <p:nvPr>
            <p:ph type="pic" sz="quarter" idx="14" hasCustomPrompt="1"/>
          </p:nvPr>
        </p:nvSpPr>
        <p:spPr>
          <a:xfrm>
            <a:off x="3977640" y="-1"/>
            <a:ext cx="8229600" cy="6858000"/>
          </a:xfrm>
          <a:custGeom>
            <a:avLst/>
            <a:gdLst>
              <a:gd name="connsiteX0" fmla="*/ 0 w 6413500"/>
              <a:gd name="connsiteY0" fmla="*/ 6858000 h 6858000"/>
              <a:gd name="connsiteX1" fmla="*/ 1603375 w 6413500"/>
              <a:gd name="connsiteY1" fmla="*/ 0 h 6858000"/>
              <a:gd name="connsiteX2" fmla="*/ 6413500 w 6413500"/>
              <a:gd name="connsiteY2" fmla="*/ 0 h 6858000"/>
              <a:gd name="connsiteX3" fmla="*/ 4810125 w 6413500"/>
              <a:gd name="connsiteY3" fmla="*/ 6858000 h 6858000"/>
              <a:gd name="connsiteX4" fmla="*/ 0 w 6413500"/>
              <a:gd name="connsiteY4" fmla="*/ 6858000 h 6858000"/>
              <a:gd name="connsiteX0" fmla="*/ 0 w 7825442"/>
              <a:gd name="connsiteY0" fmla="*/ 6866964 h 6866964"/>
              <a:gd name="connsiteX1" fmla="*/ 3015317 w 7825442"/>
              <a:gd name="connsiteY1" fmla="*/ 0 h 6866964"/>
              <a:gd name="connsiteX2" fmla="*/ 7825442 w 7825442"/>
              <a:gd name="connsiteY2" fmla="*/ 0 h 6866964"/>
              <a:gd name="connsiteX3" fmla="*/ 6222067 w 7825442"/>
              <a:gd name="connsiteY3" fmla="*/ 6858000 h 6866964"/>
              <a:gd name="connsiteX4" fmla="*/ 0 w 7825442"/>
              <a:gd name="connsiteY4" fmla="*/ 6866964 h 6866964"/>
              <a:gd name="connsiteX0" fmla="*/ 0 w 7825442"/>
              <a:gd name="connsiteY0" fmla="*/ 6866964 h 6866964"/>
              <a:gd name="connsiteX1" fmla="*/ 3015317 w 7825442"/>
              <a:gd name="connsiteY1" fmla="*/ 0 h 6866964"/>
              <a:gd name="connsiteX2" fmla="*/ 7825442 w 7825442"/>
              <a:gd name="connsiteY2" fmla="*/ 0 h 6866964"/>
              <a:gd name="connsiteX3" fmla="*/ 5953125 w 7825442"/>
              <a:gd name="connsiteY3" fmla="*/ 6858000 h 6866964"/>
              <a:gd name="connsiteX4" fmla="*/ 0 w 7825442"/>
              <a:gd name="connsiteY4" fmla="*/ 6866964 h 6866964"/>
              <a:gd name="connsiteX0" fmla="*/ 0 w 7946466"/>
              <a:gd name="connsiteY0" fmla="*/ 6875929 h 6875929"/>
              <a:gd name="connsiteX1" fmla="*/ 3015317 w 7946466"/>
              <a:gd name="connsiteY1" fmla="*/ 8965 h 6875929"/>
              <a:gd name="connsiteX2" fmla="*/ 7946466 w 7946466"/>
              <a:gd name="connsiteY2" fmla="*/ 0 h 6875929"/>
              <a:gd name="connsiteX3" fmla="*/ 5953125 w 7946466"/>
              <a:gd name="connsiteY3" fmla="*/ 6866965 h 6875929"/>
              <a:gd name="connsiteX4" fmla="*/ 0 w 7946466"/>
              <a:gd name="connsiteY4" fmla="*/ 6875929 h 6875929"/>
              <a:gd name="connsiteX0" fmla="*/ 0 w 7946466"/>
              <a:gd name="connsiteY0" fmla="*/ 6875929 h 6875929"/>
              <a:gd name="connsiteX1" fmla="*/ 4162799 w 7946466"/>
              <a:gd name="connsiteY1" fmla="*/ 13447 h 6875929"/>
              <a:gd name="connsiteX2" fmla="*/ 7946466 w 7946466"/>
              <a:gd name="connsiteY2" fmla="*/ 0 h 6875929"/>
              <a:gd name="connsiteX3" fmla="*/ 5953125 w 7946466"/>
              <a:gd name="connsiteY3" fmla="*/ 6866965 h 6875929"/>
              <a:gd name="connsiteX4" fmla="*/ 0 w 7946466"/>
              <a:gd name="connsiteY4" fmla="*/ 6875929 h 6875929"/>
              <a:gd name="connsiteX0" fmla="*/ 0 w 8264713"/>
              <a:gd name="connsiteY0" fmla="*/ 6871446 h 6871446"/>
              <a:gd name="connsiteX1" fmla="*/ 4481046 w 8264713"/>
              <a:gd name="connsiteY1" fmla="*/ 13447 h 6871446"/>
              <a:gd name="connsiteX2" fmla="*/ 8264713 w 8264713"/>
              <a:gd name="connsiteY2" fmla="*/ 0 h 6871446"/>
              <a:gd name="connsiteX3" fmla="*/ 6271372 w 8264713"/>
              <a:gd name="connsiteY3" fmla="*/ 6866965 h 6871446"/>
              <a:gd name="connsiteX4" fmla="*/ 0 w 8264713"/>
              <a:gd name="connsiteY4"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6271372 w 8152655"/>
              <a:gd name="connsiteY3" fmla="*/ 6866965 h 6871446"/>
              <a:gd name="connsiteX4" fmla="*/ 0 w 8152655"/>
              <a:gd name="connsiteY4"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6984628 w 8152655"/>
              <a:gd name="connsiteY3" fmla="*/ 4244790 h 6871446"/>
              <a:gd name="connsiteX4" fmla="*/ 6271372 w 8152655"/>
              <a:gd name="connsiteY4" fmla="*/ 6866965 h 6871446"/>
              <a:gd name="connsiteX5" fmla="*/ 0 w 8152655"/>
              <a:gd name="connsiteY5"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8145557 w 8152655"/>
              <a:gd name="connsiteY3" fmla="*/ 4231343 h 6871446"/>
              <a:gd name="connsiteX4" fmla="*/ 6271372 w 8152655"/>
              <a:gd name="connsiteY4" fmla="*/ 6866965 h 6871446"/>
              <a:gd name="connsiteX5" fmla="*/ 0 w 8152655"/>
              <a:gd name="connsiteY5" fmla="*/ 6871446 h 6871446"/>
              <a:gd name="connsiteX0" fmla="*/ 0 w 8152655"/>
              <a:gd name="connsiteY0" fmla="*/ 6871446 h 6871446"/>
              <a:gd name="connsiteX1" fmla="*/ 4481046 w 8152655"/>
              <a:gd name="connsiteY1" fmla="*/ 13447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52655"/>
              <a:gd name="connsiteY0" fmla="*/ 6871446 h 6871446"/>
              <a:gd name="connsiteX1" fmla="*/ 4481046 w 8152655"/>
              <a:gd name="connsiteY1" fmla="*/ 4482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52655"/>
              <a:gd name="connsiteY0" fmla="*/ 6871446 h 6871446"/>
              <a:gd name="connsiteX1" fmla="*/ 4481046 w 8152655"/>
              <a:gd name="connsiteY1" fmla="*/ 1306 h 6871446"/>
              <a:gd name="connsiteX2" fmla="*/ 8152655 w 8152655"/>
              <a:gd name="connsiteY2" fmla="*/ 0 h 6871446"/>
              <a:gd name="connsiteX3" fmla="*/ 8145557 w 8152655"/>
              <a:gd name="connsiteY3" fmla="*/ 4231343 h 6871446"/>
              <a:gd name="connsiteX4" fmla="*/ 6414807 w 8152655"/>
              <a:gd name="connsiteY4" fmla="*/ 6866965 h 6871446"/>
              <a:gd name="connsiteX5" fmla="*/ 0 w 8152655"/>
              <a:gd name="connsiteY5" fmla="*/ 6871446 h 6871446"/>
              <a:gd name="connsiteX0" fmla="*/ 0 w 8134726"/>
              <a:gd name="connsiteY0" fmla="*/ 6862481 h 6866965"/>
              <a:gd name="connsiteX1" fmla="*/ 4463117 w 8134726"/>
              <a:gd name="connsiteY1" fmla="*/ 1306 h 6866965"/>
              <a:gd name="connsiteX2" fmla="*/ 8134726 w 8134726"/>
              <a:gd name="connsiteY2" fmla="*/ 0 h 6866965"/>
              <a:gd name="connsiteX3" fmla="*/ 8127628 w 8134726"/>
              <a:gd name="connsiteY3" fmla="*/ 4231343 h 6866965"/>
              <a:gd name="connsiteX4" fmla="*/ 6396878 w 8134726"/>
              <a:gd name="connsiteY4" fmla="*/ 6866965 h 6866965"/>
              <a:gd name="connsiteX5" fmla="*/ 0 w 8134726"/>
              <a:gd name="connsiteY5" fmla="*/ 6862481 h 6866965"/>
              <a:gd name="connsiteX0" fmla="*/ 0 w 8134726"/>
              <a:gd name="connsiteY0" fmla="*/ 6857999 h 6866965"/>
              <a:gd name="connsiteX1" fmla="*/ 4463117 w 8134726"/>
              <a:gd name="connsiteY1" fmla="*/ 1306 h 6866965"/>
              <a:gd name="connsiteX2" fmla="*/ 8134726 w 8134726"/>
              <a:gd name="connsiteY2" fmla="*/ 0 h 6866965"/>
              <a:gd name="connsiteX3" fmla="*/ 8127628 w 8134726"/>
              <a:gd name="connsiteY3" fmla="*/ 4231343 h 6866965"/>
              <a:gd name="connsiteX4" fmla="*/ 6396878 w 8134726"/>
              <a:gd name="connsiteY4" fmla="*/ 6866965 h 6866965"/>
              <a:gd name="connsiteX5" fmla="*/ 0 w 8134726"/>
              <a:gd name="connsiteY5" fmla="*/ 6857999 h 6866965"/>
              <a:gd name="connsiteX0" fmla="*/ 0 w 8134726"/>
              <a:gd name="connsiteY0" fmla="*/ 6857999 h 6862482"/>
              <a:gd name="connsiteX1" fmla="*/ 4463117 w 8134726"/>
              <a:gd name="connsiteY1" fmla="*/ 1306 h 6862482"/>
              <a:gd name="connsiteX2" fmla="*/ 8134726 w 8134726"/>
              <a:gd name="connsiteY2" fmla="*/ 0 h 6862482"/>
              <a:gd name="connsiteX3" fmla="*/ 8127628 w 8134726"/>
              <a:gd name="connsiteY3" fmla="*/ 4231343 h 6862482"/>
              <a:gd name="connsiteX4" fmla="*/ 6383431 w 8134726"/>
              <a:gd name="connsiteY4" fmla="*/ 6862482 h 6862482"/>
              <a:gd name="connsiteX5" fmla="*/ 0 w 8134726"/>
              <a:gd name="connsiteY5" fmla="*/ 6857999 h 6862482"/>
              <a:gd name="connsiteX0" fmla="*/ 0 w 8136593"/>
              <a:gd name="connsiteY0" fmla="*/ 6857999 h 6862482"/>
              <a:gd name="connsiteX1" fmla="*/ 4463117 w 8136593"/>
              <a:gd name="connsiteY1" fmla="*/ 1306 h 6862482"/>
              <a:gd name="connsiteX2" fmla="*/ 8134726 w 8136593"/>
              <a:gd name="connsiteY2" fmla="*/ 0 h 6862482"/>
              <a:gd name="connsiteX3" fmla="*/ 8136593 w 8136593"/>
              <a:gd name="connsiteY3" fmla="*/ 4159625 h 6862482"/>
              <a:gd name="connsiteX4" fmla="*/ 6383431 w 8136593"/>
              <a:gd name="connsiteY4" fmla="*/ 6862482 h 6862482"/>
              <a:gd name="connsiteX5" fmla="*/ 0 w 8136593"/>
              <a:gd name="connsiteY5" fmla="*/ 6857999 h 6862482"/>
              <a:gd name="connsiteX0" fmla="*/ 0 w 8134794"/>
              <a:gd name="connsiteY0" fmla="*/ 6857999 h 6862482"/>
              <a:gd name="connsiteX1" fmla="*/ 4463117 w 8134794"/>
              <a:gd name="connsiteY1" fmla="*/ 1306 h 6862482"/>
              <a:gd name="connsiteX2" fmla="*/ 8134726 w 8134794"/>
              <a:gd name="connsiteY2" fmla="*/ 0 h 6862482"/>
              <a:gd name="connsiteX3" fmla="*/ 8132110 w 8134794"/>
              <a:gd name="connsiteY3" fmla="*/ 4029637 h 6862482"/>
              <a:gd name="connsiteX4" fmla="*/ 6383431 w 8134794"/>
              <a:gd name="connsiteY4" fmla="*/ 6862482 h 6862482"/>
              <a:gd name="connsiteX5" fmla="*/ 0 w 8134794"/>
              <a:gd name="connsiteY5" fmla="*/ 6857999 h 686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34794" h="6862482">
                <a:moveTo>
                  <a:pt x="0" y="6857999"/>
                </a:moveTo>
                <a:lnTo>
                  <a:pt x="4463117" y="1306"/>
                </a:lnTo>
                <a:lnTo>
                  <a:pt x="8134726" y="0"/>
                </a:lnTo>
                <a:cubicBezTo>
                  <a:pt x="8135348" y="1386542"/>
                  <a:pt x="8131488" y="2643095"/>
                  <a:pt x="8132110" y="4029637"/>
                </a:cubicBezTo>
                <a:lnTo>
                  <a:pt x="6383431" y="6862482"/>
                </a:lnTo>
                <a:lnTo>
                  <a:pt x="0" y="6857999"/>
                </a:lnTo>
                <a:close/>
              </a:path>
            </a:pathLst>
          </a:custGeom>
        </p:spPr>
        <p:txBody>
          <a:bodyPr anchor="ctr">
            <a:normAutofit/>
          </a:bodyPr>
          <a:lstStyle>
            <a:lvl1pPr marL="0" indent="0" algn="r">
              <a:buNone/>
              <a:defRPr sz="2000"/>
            </a:lvl1pPr>
          </a:lstStyle>
          <a:p>
            <a:r>
              <a:rPr lang="en-US" dirty="0"/>
              <a:t>Add a picture from our library by clicking the icon</a:t>
            </a:r>
          </a:p>
        </p:txBody>
      </p:sp>
      <p:pic>
        <p:nvPicPr>
          <p:cNvPr id="3" name="Picture 2">
            <a:extLst>
              <a:ext uri="{FF2B5EF4-FFF2-40B4-BE49-F238E27FC236}">
                <a16:creationId xmlns:a16="http://schemas.microsoft.com/office/drawing/2014/main" id="{B5EEC3D9-1084-4DAD-BB2D-4F4F66D50949}"/>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7" name="Title 1">
            <a:extLst>
              <a:ext uri="{FF2B5EF4-FFF2-40B4-BE49-F238E27FC236}">
                <a16:creationId xmlns:a16="http://schemas.microsoft.com/office/drawing/2014/main" id="{51EFEF67-8932-BCC0-6136-F58FDE753F4B}"/>
              </a:ext>
            </a:extLst>
          </p:cNvPr>
          <p:cNvSpPr>
            <a:spLocks noGrp="1"/>
          </p:cNvSpPr>
          <p:nvPr>
            <p:ph type="title" hasCustomPrompt="1"/>
          </p:nvPr>
        </p:nvSpPr>
        <p:spPr>
          <a:xfrm>
            <a:off x="365760" y="1097279"/>
            <a:ext cx="5486400" cy="1554480"/>
          </a:xfrm>
          <a:prstGeom prst="rect">
            <a:avLst/>
          </a:prstGeom>
        </p:spPr>
        <p:txBody>
          <a:bodyPr/>
          <a:lstStyle>
            <a:lvl1pPr>
              <a:lnSpc>
                <a:spcPct val="100000"/>
              </a:lnSpc>
              <a:defRPr>
                <a:latin typeface="+mj-lt"/>
              </a:defRPr>
            </a:lvl1pPr>
          </a:lstStyle>
          <a:p>
            <a:r>
              <a:rPr lang="en-US" dirty="0"/>
              <a:t>This is a section title example and may extend to 2-3 lines. Text should be 28pt or larger.</a:t>
            </a:r>
          </a:p>
        </p:txBody>
      </p:sp>
      <p:sp>
        <p:nvSpPr>
          <p:cNvPr id="8" name="Text Placeholder 15">
            <a:extLst>
              <a:ext uri="{FF2B5EF4-FFF2-40B4-BE49-F238E27FC236}">
                <a16:creationId xmlns:a16="http://schemas.microsoft.com/office/drawing/2014/main" id="{64E7ED58-4E79-7F5F-76EF-9D54A02D996D}"/>
              </a:ext>
            </a:extLst>
          </p:cNvPr>
          <p:cNvSpPr>
            <a:spLocks noGrp="1"/>
          </p:cNvSpPr>
          <p:nvPr>
            <p:ph type="body" idx="1" hasCustomPrompt="1"/>
          </p:nvPr>
        </p:nvSpPr>
        <p:spPr>
          <a:xfrm>
            <a:off x="365760" y="2743200"/>
            <a:ext cx="4572000" cy="1828800"/>
          </a:xfrm>
          <a:prstGeom prst="rect">
            <a:avLst/>
          </a:prstGeom>
        </p:spPr>
        <p:txBody>
          <a:bodyPr>
            <a:noAutofit/>
          </a:bodyPr>
          <a:lstStyle>
            <a:lvl1pPr marL="0" indent="0" algn="l">
              <a:buNone/>
              <a:defRPr sz="2000">
                <a:latin typeface="+mn-lt"/>
              </a:defRPr>
            </a:lvl1pPr>
          </a:lstStyle>
          <a:p>
            <a:r>
              <a:rPr lang="en-US" dirty="0"/>
              <a:t>This is a section subtitle and may extend to multiple lines. You may use bullet points, or opt not to. Text should be 20pt or larger.</a:t>
            </a:r>
          </a:p>
        </p:txBody>
      </p:sp>
    </p:spTree>
    <p:extLst>
      <p:ext uri="{BB962C8B-B14F-4D97-AF65-F5344CB8AC3E}">
        <p14:creationId xmlns:p14="http://schemas.microsoft.com/office/powerpoint/2010/main" val="19658108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Break 2 Dark 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F877CB8-5D06-403D-B5FA-E4444EEE707B}"/>
              </a:ext>
            </a:extLst>
          </p:cNvPr>
          <p:cNvSpPr>
            <a:spLocks noGrp="1"/>
          </p:cNvSpPr>
          <p:nvPr>
            <p:ph type="pic" sz="quarter" idx="15" hasCustomPrompt="1"/>
          </p:nvPr>
        </p:nvSpPr>
        <p:spPr>
          <a:xfrm>
            <a:off x="-386" y="-185"/>
            <a:ext cx="8229985" cy="6863596"/>
          </a:xfrm>
          <a:custGeom>
            <a:avLst/>
            <a:gdLst>
              <a:gd name="connsiteX0" fmla="*/ 0 w 8229600"/>
              <a:gd name="connsiteY0" fmla="*/ 6858000 h 6858000"/>
              <a:gd name="connsiteX1" fmla="*/ 0 w 8229600"/>
              <a:gd name="connsiteY1" fmla="*/ 0 h 6858000"/>
              <a:gd name="connsiteX2" fmla="*/ 8229600 w 8229600"/>
              <a:gd name="connsiteY2" fmla="*/ 0 h 6858000"/>
              <a:gd name="connsiteX3" fmla="*/ 8229600 w 8229600"/>
              <a:gd name="connsiteY3" fmla="*/ 6858000 h 6858000"/>
              <a:gd name="connsiteX4" fmla="*/ 0 w 8229600"/>
              <a:gd name="connsiteY4" fmla="*/ 6858000 h 6858000"/>
              <a:gd name="connsiteX0" fmla="*/ 0 w 8229600"/>
              <a:gd name="connsiteY0" fmla="*/ 6863411 h 6863411"/>
              <a:gd name="connsiteX1" fmla="*/ 0 w 8229600"/>
              <a:gd name="connsiteY1" fmla="*/ 5411 h 6863411"/>
              <a:gd name="connsiteX2" fmla="*/ 3717117 w 8229600"/>
              <a:gd name="connsiteY2" fmla="*/ 0 h 6863411"/>
              <a:gd name="connsiteX3" fmla="*/ 8229600 w 8229600"/>
              <a:gd name="connsiteY3" fmla="*/ 6863411 h 6863411"/>
              <a:gd name="connsiteX4" fmla="*/ 0 w 8229600"/>
              <a:gd name="connsiteY4" fmla="*/ 6863411 h 6863411"/>
              <a:gd name="connsiteX0" fmla="*/ 0 w 8229600"/>
              <a:gd name="connsiteY0" fmla="*/ 6863411 h 6863411"/>
              <a:gd name="connsiteX1" fmla="*/ 0 w 8229600"/>
              <a:gd name="connsiteY1" fmla="*/ 4025524 h 6863411"/>
              <a:gd name="connsiteX2" fmla="*/ 0 w 8229600"/>
              <a:gd name="connsiteY2" fmla="*/ 5411 h 6863411"/>
              <a:gd name="connsiteX3" fmla="*/ 3717117 w 8229600"/>
              <a:gd name="connsiteY3" fmla="*/ 0 h 6863411"/>
              <a:gd name="connsiteX4" fmla="*/ 8229600 w 8229600"/>
              <a:gd name="connsiteY4" fmla="*/ 6863411 h 6863411"/>
              <a:gd name="connsiteX5" fmla="*/ 0 w 8229600"/>
              <a:gd name="connsiteY5" fmla="*/ 6863411 h 6863411"/>
              <a:gd name="connsiteX0" fmla="*/ 1780104 w 8229600"/>
              <a:gd name="connsiteY0" fmla="*/ 6863411 h 6863411"/>
              <a:gd name="connsiteX1" fmla="*/ 0 w 8229600"/>
              <a:gd name="connsiteY1" fmla="*/ 4025524 h 6863411"/>
              <a:gd name="connsiteX2" fmla="*/ 0 w 8229600"/>
              <a:gd name="connsiteY2" fmla="*/ 5411 h 6863411"/>
              <a:gd name="connsiteX3" fmla="*/ 3717117 w 8229600"/>
              <a:gd name="connsiteY3" fmla="*/ 0 h 6863411"/>
              <a:gd name="connsiteX4" fmla="*/ 8229600 w 8229600"/>
              <a:gd name="connsiteY4" fmla="*/ 6863411 h 6863411"/>
              <a:gd name="connsiteX5" fmla="*/ 1780104 w 8229600"/>
              <a:gd name="connsiteY5" fmla="*/ 6863411 h 6863411"/>
              <a:gd name="connsiteX0" fmla="*/ 1785515 w 8235011"/>
              <a:gd name="connsiteY0" fmla="*/ 6868821 h 6868821"/>
              <a:gd name="connsiteX1" fmla="*/ 5411 w 8235011"/>
              <a:gd name="connsiteY1" fmla="*/ 4030934 h 6868821"/>
              <a:gd name="connsiteX2" fmla="*/ 0 w 8235011"/>
              <a:gd name="connsiteY2" fmla="*/ 0 h 6868821"/>
              <a:gd name="connsiteX3" fmla="*/ 3722528 w 8235011"/>
              <a:gd name="connsiteY3" fmla="*/ 5410 h 6868821"/>
              <a:gd name="connsiteX4" fmla="*/ 8235011 w 8235011"/>
              <a:gd name="connsiteY4" fmla="*/ 6868821 h 6868821"/>
              <a:gd name="connsiteX5" fmla="*/ 1785515 w 8235011"/>
              <a:gd name="connsiteY5" fmla="*/ 6868821 h 6868821"/>
              <a:gd name="connsiteX0" fmla="*/ 1785515 w 8235011"/>
              <a:gd name="connsiteY0" fmla="*/ 6863411 h 6863411"/>
              <a:gd name="connsiteX1" fmla="*/ 5411 w 8235011"/>
              <a:gd name="connsiteY1" fmla="*/ 4025524 h 6863411"/>
              <a:gd name="connsiteX2" fmla="*/ 0 w 8235011"/>
              <a:gd name="connsiteY2" fmla="*/ 25456 h 6863411"/>
              <a:gd name="connsiteX3" fmla="*/ 3722528 w 8235011"/>
              <a:gd name="connsiteY3" fmla="*/ 0 h 6863411"/>
              <a:gd name="connsiteX4" fmla="*/ 8235011 w 8235011"/>
              <a:gd name="connsiteY4" fmla="*/ 6863411 h 6863411"/>
              <a:gd name="connsiteX5" fmla="*/ 1785515 w 8235011"/>
              <a:gd name="connsiteY5" fmla="*/ 6863411 h 6863411"/>
              <a:gd name="connsiteX0" fmla="*/ 1781657 w 8231153"/>
              <a:gd name="connsiteY0" fmla="*/ 6863411 h 6863411"/>
              <a:gd name="connsiteX1" fmla="*/ 1553 w 8231153"/>
              <a:gd name="connsiteY1" fmla="*/ 4025524 h 6863411"/>
              <a:gd name="connsiteX2" fmla="*/ 0 w 8231153"/>
              <a:gd name="connsiteY2" fmla="*/ 6165 h 6863411"/>
              <a:gd name="connsiteX3" fmla="*/ 3718670 w 8231153"/>
              <a:gd name="connsiteY3" fmla="*/ 0 h 6863411"/>
              <a:gd name="connsiteX4" fmla="*/ 8231153 w 8231153"/>
              <a:gd name="connsiteY4" fmla="*/ 6863411 h 6863411"/>
              <a:gd name="connsiteX5" fmla="*/ 1781657 w 8231153"/>
              <a:gd name="connsiteY5" fmla="*/ 6863411 h 6863411"/>
              <a:gd name="connsiteX0" fmla="*/ 1780489 w 8229985"/>
              <a:gd name="connsiteY0" fmla="*/ 6863411 h 6863411"/>
              <a:gd name="connsiteX1" fmla="*/ 385 w 8229985"/>
              <a:gd name="connsiteY1" fmla="*/ 4025524 h 6863411"/>
              <a:gd name="connsiteX2" fmla="*/ 2007 w 8229985"/>
              <a:gd name="connsiteY2" fmla="*/ 2990 h 6863411"/>
              <a:gd name="connsiteX3" fmla="*/ 3717502 w 8229985"/>
              <a:gd name="connsiteY3" fmla="*/ 0 h 6863411"/>
              <a:gd name="connsiteX4" fmla="*/ 8229985 w 8229985"/>
              <a:gd name="connsiteY4" fmla="*/ 6863411 h 6863411"/>
              <a:gd name="connsiteX5" fmla="*/ 1780489 w 8229985"/>
              <a:gd name="connsiteY5" fmla="*/ 6863411 h 6863411"/>
              <a:gd name="connsiteX0" fmla="*/ 1780489 w 8229985"/>
              <a:gd name="connsiteY0" fmla="*/ 6863596 h 6863596"/>
              <a:gd name="connsiteX1" fmla="*/ 385 w 8229985"/>
              <a:gd name="connsiteY1" fmla="*/ 4025709 h 6863596"/>
              <a:gd name="connsiteX2" fmla="*/ 2007 w 8229985"/>
              <a:gd name="connsiteY2" fmla="*/ 0 h 6863596"/>
              <a:gd name="connsiteX3" fmla="*/ 3717502 w 8229985"/>
              <a:gd name="connsiteY3" fmla="*/ 185 h 6863596"/>
              <a:gd name="connsiteX4" fmla="*/ 8229985 w 8229985"/>
              <a:gd name="connsiteY4" fmla="*/ 6863596 h 6863596"/>
              <a:gd name="connsiteX5" fmla="*/ 1780489 w 8229985"/>
              <a:gd name="connsiteY5" fmla="*/ 6863596 h 6863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29985" h="6863596">
                <a:moveTo>
                  <a:pt x="1780489" y="6863596"/>
                </a:moveTo>
                <a:lnTo>
                  <a:pt x="385" y="4025709"/>
                </a:lnTo>
                <a:cubicBezTo>
                  <a:pt x="-1419" y="2682064"/>
                  <a:pt x="3811" y="1343645"/>
                  <a:pt x="2007" y="0"/>
                </a:cubicBezTo>
                <a:lnTo>
                  <a:pt x="3717502" y="185"/>
                </a:lnTo>
                <a:lnTo>
                  <a:pt x="8229985" y="6863596"/>
                </a:lnTo>
                <a:lnTo>
                  <a:pt x="1780489" y="6863596"/>
                </a:lnTo>
                <a:close/>
              </a:path>
            </a:pathLst>
          </a:custGeom>
        </p:spPr>
        <p:txBody>
          <a:bodyPr anchor="ctr">
            <a:normAutofit/>
          </a:bodyPr>
          <a:lstStyle>
            <a:lvl1pPr marL="182880" indent="0">
              <a:buNone/>
              <a:defRPr sz="2000">
                <a:solidFill>
                  <a:schemeClr val="bg1"/>
                </a:solidFill>
                <a:latin typeface="AvenirNext LT Pro Regular" panose="020B0504020202020204" pitchFamily="34" charset="0"/>
              </a:defRPr>
            </a:lvl1pPr>
          </a:lstStyle>
          <a:p>
            <a:r>
              <a:rPr lang="en-US" dirty="0"/>
              <a:t>Add a picture from our library by clicking the icon</a:t>
            </a:r>
          </a:p>
        </p:txBody>
      </p:sp>
      <p:pic>
        <p:nvPicPr>
          <p:cNvPr id="4" name="Picture 3">
            <a:extLst>
              <a:ext uri="{FF2B5EF4-FFF2-40B4-BE49-F238E27FC236}">
                <a16:creationId xmlns:a16="http://schemas.microsoft.com/office/drawing/2014/main" id="{E30DA01A-D971-A4AF-454C-7136A4075B00}"/>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8" name="Title 1">
            <a:extLst>
              <a:ext uri="{FF2B5EF4-FFF2-40B4-BE49-F238E27FC236}">
                <a16:creationId xmlns:a16="http://schemas.microsoft.com/office/drawing/2014/main" id="{DD81FB99-BBD8-2447-6738-FBBA034901FE}"/>
              </a:ext>
            </a:extLst>
          </p:cNvPr>
          <p:cNvSpPr>
            <a:spLocks noGrp="1"/>
          </p:cNvSpPr>
          <p:nvPr>
            <p:ph type="title" hasCustomPrompt="1"/>
          </p:nvPr>
        </p:nvSpPr>
        <p:spPr>
          <a:xfrm>
            <a:off x="5867400" y="1097280"/>
            <a:ext cx="5486400" cy="1554480"/>
          </a:xfrm>
          <a:prstGeom prst="rect">
            <a:avLst/>
          </a:prstGeom>
        </p:spPr>
        <p:txBody>
          <a:bodyPr/>
          <a:lstStyle>
            <a:lvl1pPr algn="r">
              <a:defRPr>
                <a:latin typeface="+mj-lt"/>
              </a:defRPr>
            </a:lvl1pPr>
          </a:lstStyle>
          <a:p>
            <a:r>
              <a:rPr lang="en-US" dirty="0"/>
              <a:t>This is a section title example and may extend to 2-3 lines. Text should be 28pt or larger.</a:t>
            </a:r>
          </a:p>
        </p:txBody>
      </p:sp>
      <p:sp>
        <p:nvSpPr>
          <p:cNvPr id="9" name="Text Placeholder 15">
            <a:extLst>
              <a:ext uri="{FF2B5EF4-FFF2-40B4-BE49-F238E27FC236}">
                <a16:creationId xmlns:a16="http://schemas.microsoft.com/office/drawing/2014/main" id="{2A7A1E35-0187-8FE9-3137-DEC297A34A8D}"/>
              </a:ext>
            </a:extLst>
          </p:cNvPr>
          <p:cNvSpPr>
            <a:spLocks noGrp="1"/>
          </p:cNvSpPr>
          <p:nvPr>
            <p:ph type="body" idx="1" hasCustomPrompt="1"/>
          </p:nvPr>
        </p:nvSpPr>
        <p:spPr>
          <a:xfrm>
            <a:off x="6781800" y="2743200"/>
            <a:ext cx="4572000" cy="1828800"/>
          </a:xfrm>
          <a:prstGeom prst="rect">
            <a:avLst/>
          </a:prstGeom>
        </p:spPr>
        <p:txBody>
          <a:bodyPr>
            <a:noAutofit/>
          </a:bodyPr>
          <a:lstStyle>
            <a:lvl1pPr marL="0" indent="0" algn="r">
              <a:buNone/>
              <a:defRPr sz="2000"/>
            </a:lvl1pPr>
          </a:lstStyle>
          <a:p>
            <a:r>
              <a:rPr lang="en-US" dirty="0"/>
              <a:t>This is a section subtitle and may extend to multiple lines. You may use bullet points, or opt not to. Text should ]be 20pt or larger.</a:t>
            </a:r>
          </a:p>
        </p:txBody>
      </p:sp>
    </p:spTree>
    <p:extLst>
      <p:ext uri="{BB962C8B-B14F-4D97-AF65-F5344CB8AC3E}">
        <p14:creationId xmlns:p14="http://schemas.microsoft.com/office/powerpoint/2010/main" val="7341814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One Column Content Dark 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95D4A74-704A-0A9B-E070-7A1DDBE7B199}"/>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11" name="Title 1">
            <a:extLst>
              <a:ext uri="{FF2B5EF4-FFF2-40B4-BE49-F238E27FC236}">
                <a16:creationId xmlns:a16="http://schemas.microsoft.com/office/drawing/2014/main" id="{7E79EF03-73C6-5D9C-5C9C-E9034DD6788D}"/>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1600">
                <a:latin typeface="+mn-lt"/>
              </a:defRPr>
            </a:lvl1pPr>
          </a:lstStyle>
          <a:p>
            <a:r>
              <a:rPr lang="en-US" dirty="0"/>
              <a:t>Key takeaway statement, may underline 1-2 words for emphasis and extend 1-2 lines. Text should be 16pt.</a:t>
            </a:r>
            <a:br>
              <a:rPr lang="en-US" dirty="0"/>
            </a:br>
            <a:r>
              <a:rPr lang="en-US" dirty="0"/>
              <a:t>Delete this box if not needed.</a:t>
            </a:r>
          </a:p>
        </p:txBody>
      </p:sp>
      <p:sp>
        <p:nvSpPr>
          <p:cNvPr id="12" name="Content Placeholder 2">
            <a:extLst>
              <a:ext uri="{FF2B5EF4-FFF2-40B4-BE49-F238E27FC236}">
                <a16:creationId xmlns:a16="http://schemas.microsoft.com/office/drawing/2014/main" id="{42985FFF-25D3-05CB-F9C4-C2C763F20792}"/>
              </a:ext>
            </a:extLst>
          </p:cNvPr>
          <p:cNvSpPr>
            <a:spLocks noGrp="1"/>
          </p:cNvSpPr>
          <p:nvPr>
            <p:ph idx="1" hasCustomPrompt="1"/>
          </p:nvPr>
        </p:nvSpPr>
        <p:spPr>
          <a:xfrm>
            <a:off x="365760" y="1825625"/>
            <a:ext cx="10972800" cy="4351338"/>
          </a:xfrm>
          <a:prstGeom prst="rect">
            <a:avLst/>
          </a:prstGeom>
        </p:spPr>
        <p:txBody>
          <a:bodyPr lIns="0">
            <a:normAutofit/>
          </a:bodyPr>
          <a:lstStyle>
            <a:lvl1pPr marL="0" indent="0">
              <a:spcBef>
                <a:spcPts val="600"/>
              </a:spcBef>
              <a:buNone/>
              <a:defRPr sz="1400">
                <a:latin typeface="+mn-lt"/>
              </a:defRPr>
            </a:lvl1pPr>
            <a:lvl2pPr marL="182880" indent="-182880">
              <a:spcBef>
                <a:spcPts val="600"/>
              </a:spcBef>
              <a:defRPr sz="1400">
                <a:latin typeface="+mn-lt"/>
              </a:defRPr>
            </a:lvl2pPr>
            <a:lvl3pPr marL="365760" indent="-182880">
              <a:spcBef>
                <a:spcPts val="600"/>
              </a:spcBef>
              <a:defRPr sz="1400">
                <a:latin typeface="+mn-lt"/>
              </a:defRPr>
            </a:lvl3pPr>
            <a:lvl5pPr marL="1828800" indent="0">
              <a:buNone/>
              <a:defRPr/>
            </a:lvl5pPr>
          </a:lstStyle>
          <a:p>
            <a:pPr lvl="0"/>
            <a:r>
              <a:rPr lang="en-US" dirty="0"/>
              <a:t>Body text should be 14pt. Click icon to add graphic. </a:t>
            </a:r>
          </a:p>
        </p:txBody>
      </p:sp>
      <p:sp>
        <p:nvSpPr>
          <p:cNvPr id="13" name="Text Placeholder 7">
            <a:extLst>
              <a:ext uri="{FF2B5EF4-FFF2-40B4-BE49-F238E27FC236}">
                <a16:creationId xmlns:a16="http://schemas.microsoft.com/office/drawing/2014/main" id="{7C47C68B-B77A-7C7F-7A1A-290921E49926}"/>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rgbClr val="FFBD00"/>
                </a:solidFill>
                <a:latin typeface="+mj-lt"/>
              </a:defRPr>
            </a:lvl1pPr>
          </a:lstStyle>
          <a:p>
            <a:pPr lvl="0"/>
            <a:r>
              <a:rPr lang="en-US" dirty="0"/>
              <a:t>Slide title (2-5 words) – 18pt</a:t>
            </a:r>
          </a:p>
        </p:txBody>
      </p:sp>
      <p:pic>
        <p:nvPicPr>
          <p:cNvPr id="15" name="Graphic 14">
            <a:extLst>
              <a:ext uri="{FF2B5EF4-FFF2-40B4-BE49-F238E27FC236}">
                <a16:creationId xmlns:a16="http://schemas.microsoft.com/office/drawing/2014/main" id="{125803E8-982D-41C4-B863-14DFA6F0A67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5400000">
            <a:off x="-1719264" y="1094545"/>
            <a:ext cx="2595563" cy="406470"/>
          </a:xfrm>
          <a:prstGeom prst="rect">
            <a:avLst/>
          </a:prstGeom>
        </p:spPr>
      </p:pic>
    </p:spTree>
    <p:extLst>
      <p:ext uri="{BB962C8B-B14F-4D97-AF65-F5344CB8AC3E}">
        <p14:creationId xmlns:p14="http://schemas.microsoft.com/office/powerpoint/2010/main" val="37488832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Content Dark 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35D898-5AF6-4D4F-95AE-F700D2A5EFBB}"/>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11" name="Text Placeholder 7">
            <a:extLst>
              <a:ext uri="{FF2B5EF4-FFF2-40B4-BE49-F238E27FC236}">
                <a16:creationId xmlns:a16="http://schemas.microsoft.com/office/drawing/2014/main" id="{C79EF842-2586-60C2-D9CC-5D3B5467C3EE}"/>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rgbClr val="FFBD00"/>
                </a:solidFill>
                <a:latin typeface="+mj-lt"/>
              </a:defRPr>
            </a:lvl1pPr>
          </a:lstStyle>
          <a:p>
            <a:pPr lvl="0"/>
            <a:r>
              <a:rPr lang="en-US" dirty="0"/>
              <a:t>Slide title (2-5 words) – 18pt</a:t>
            </a:r>
          </a:p>
        </p:txBody>
      </p:sp>
      <p:sp>
        <p:nvSpPr>
          <p:cNvPr id="14" name="Title 1">
            <a:extLst>
              <a:ext uri="{FF2B5EF4-FFF2-40B4-BE49-F238E27FC236}">
                <a16:creationId xmlns:a16="http://schemas.microsoft.com/office/drawing/2014/main" id="{3BF75B54-B72F-A559-D9B5-0145CFFD353B}"/>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1600">
                <a:latin typeface="+mn-lt"/>
              </a:defRPr>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2" name="Content Placeholder 3">
            <a:extLst>
              <a:ext uri="{FF2B5EF4-FFF2-40B4-BE49-F238E27FC236}">
                <a16:creationId xmlns:a16="http://schemas.microsoft.com/office/drawing/2014/main" id="{23CA91C7-66B3-C21D-F3C2-323D24B24C9C}"/>
              </a:ext>
            </a:extLst>
          </p:cNvPr>
          <p:cNvSpPr>
            <a:spLocks noGrp="1"/>
          </p:cNvSpPr>
          <p:nvPr>
            <p:ph sz="half" idx="2" hasCustomPrompt="1"/>
          </p:nvPr>
        </p:nvSpPr>
        <p:spPr>
          <a:xfrm>
            <a:off x="6175248" y="1737360"/>
            <a:ext cx="5212080" cy="4297680"/>
          </a:xfrm>
          <a:prstGeom prst="rect">
            <a:avLst/>
          </a:prstGeom>
        </p:spPr>
        <p:txBody>
          <a:bodyPr>
            <a:normAutofit/>
          </a:bodyPr>
          <a:lstStyle>
            <a:lvl1pPr marL="0" indent="0">
              <a:buNone/>
              <a:defRPr sz="1400">
                <a:latin typeface="+mn-lt"/>
              </a:defRPr>
            </a:lvl1pPr>
            <a:lvl2pPr marL="182880" indent="-182880">
              <a:defRPr sz="1400">
                <a:latin typeface="+mn-lt"/>
              </a:defRPr>
            </a:lvl2pPr>
            <a:lvl3pPr marL="365760" indent="-182880">
              <a:defRPr sz="1400">
                <a:latin typeface="+mn-lt"/>
              </a:defRPr>
            </a:lvl3pPr>
          </a:lstStyle>
          <a:p>
            <a:pPr lvl="0"/>
            <a:r>
              <a:rPr lang="en-US" dirty="0"/>
              <a:t>Body text should be 14pt. Click icon to add graphic. </a:t>
            </a:r>
          </a:p>
        </p:txBody>
      </p:sp>
      <p:sp>
        <p:nvSpPr>
          <p:cNvPr id="4" name="Content Placeholder 3">
            <a:extLst>
              <a:ext uri="{FF2B5EF4-FFF2-40B4-BE49-F238E27FC236}">
                <a16:creationId xmlns:a16="http://schemas.microsoft.com/office/drawing/2014/main" id="{237A7D39-56BF-76E3-A92E-F620B99A18F0}"/>
              </a:ext>
            </a:extLst>
          </p:cNvPr>
          <p:cNvSpPr>
            <a:spLocks noGrp="1"/>
          </p:cNvSpPr>
          <p:nvPr>
            <p:ph sz="half" idx="15" hasCustomPrompt="1"/>
          </p:nvPr>
        </p:nvSpPr>
        <p:spPr>
          <a:xfrm>
            <a:off x="365760" y="1737360"/>
            <a:ext cx="5212080" cy="4297680"/>
          </a:xfrm>
          <a:prstGeom prst="rect">
            <a:avLst/>
          </a:prstGeom>
        </p:spPr>
        <p:txBody>
          <a:bodyPr>
            <a:normAutofit/>
          </a:bodyPr>
          <a:lstStyle>
            <a:lvl1pPr marL="0" indent="0">
              <a:buNone/>
              <a:defRPr sz="1400">
                <a:latin typeface="+mn-lt"/>
              </a:defRPr>
            </a:lvl1pPr>
            <a:lvl2pPr marL="182880" indent="-182880">
              <a:defRPr sz="1400">
                <a:latin typeface="+mn-lt"/>
              </a:defRPr>
            </a:lvl2pPr>
            <a:lvl3pPr marL="365760" indent="-182880">
              <a:defRPr sz="1400">
                <a:latin typeface="+mn-lt"/>
              </a:defRPr>
            </a:lvl3pPr>
          </a:lstStyle>
          <a:p>
            <a:pPr lvl="0"/>
            <a:r>
              <a:rPr lang="en-US" dirty="0"/>
              <a:t>Body text should be 14pt. Click icon to add graphic. </a:t>
            </a:r>
          </a:p>
        </p:txBody>
      </p:sp>
    </p:spTree>
    <p:extLst>
      <p:ext uri="{BB962C8B-B14F-4D97-AF65-F5344CB8AC3E}">
        <p14:creationId xmlns:p14="http://schemas.microsoft.com/office/powerpoint/2010/main" val="26137911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wo Column Content Dark 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F7130B-7CA9-0E7A-435C-B0EA096D4892}"/>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2" name="Text Placeholder 2">
            <a:extLst>
              <a:ext uri="{FF2B5EF4-FFF2-40B4-BE49-F238E27FC236}">
                <a16:creationId xmlns:a16="http://schemas.microsoft.com/office/drawing/2014/main" id="{A8DCF5F5-9FBE-77F5-D075-3E4C12DAB81D}"/>
              </a:ext>
            </a:extLst>
          </p:cNvPr>
          <p:cNvSpPr>
            <a:spLocks noGrp="1"/>
          </p:cNvSpPr>
          <p:nvPr>
            <p:ph type="body" idx="1" hasCustomPrompt="1"/>
          </p:nvPr>
        </p:nvSpPr>
        <p:spPr>
          <a:xfrm>
            <a:off x="365759" y="1645920"/>
            <a:ext cx="5212080" cy="731520"/>
          </a:xfrm>
          <a:prstGeom prst="rect">
            <a:avLst/>
          </a:prstGeom>
        </p:spPr>
        <p:txBody>
          <a:bodyPr anchor="b">
            <a:norm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1-line sub-header, extend to 1-2 lines. Text should be 14Pt. </a:t>
            </a:r>
          </a:p>
        </p:txBody>
      </p:sp>
      <p:sp>
        <p:nvSpPr>
          <p:cNvPr id="5" name="Text Placeholder 4">
            <a:extLst>
              <a:ext uri="{FF2B5EF4-FFF2-40B4-BE49-F238E27FC236}">
                <a16:creationId xmlns:a16="http://schemas.microsoft.com/office/drawing/2014/main" id="{E357219A-7522-574D-A250-265A99B41B70}"/>
              </a:ext>
            </a:extLst>
          </p:cNvPr>
          <p:cNvSpPr>
            <a:spLocks noGrp="1"/>
          </p:cNvSpPr>
          <p:nvPr>
            <p:ph type="body" sz="quarter" idx="3" hasCustomPrompt="1"/>
          </p:nvPr>
        </p:nvSpPr>
        <p:spPr>
          <a:xfrm>
            <a:off x="6131859" y="1645920"/>
            <a:ext cx="5212080" cy="731520"/>
          </a:xfrm>
          <a:prstGeom prst="rect">
            <a:avLst/>
          </a:prstGeom>
        </p:spPr>
        <p:txBody>
          <a:bodyPr anchor="b">
            <a:normAutofit/>
          </a:bodyPr>
          <a:lstStyle>
            <a:lvl1pPr marL="0" indent="0">
              <a:buNone/>
              <a:defRPr sz="16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1-line sub-header, extend to 1-2 lines. Text should be 14Pt. </a:t>
            </a:r>
          </a:p>
        </p:txBody>
      </p:sp>
      <p:sp>
        <p:nvSpPr>
          <p:cNvPr id="6" name="Content Placeholder 5">
            <a:extLst>
              <a:ext uri="{FF2B5EF4-FFF2-40B4-BE49-F238E27FC236}">
                <a16:creationId xmlns:a16="http://schemas.microsoft.com/office/drawing/2014/main" id="{8FB5E339-74D4-1E41-71EA-F710AAB44957}"/>
              </a:ext>
            </a:extLst>
          </p:cNvPr>
          <p:cNvSpPr>
            <a:spLocks noGrp="1"/>
          </p:cNvSpPr>
          <p:nvPr>
            <p:ph sz="quarter" idx="4" hasCustomPrompt="1"/>
          </p:nvPr>
        </p:nvSpPr>
        <p:spPr>
          <a:xfrm>
            <a:off x="6131859" y="2468880"/>
            <a:ext cx="5212080" cy="3657600"/>
          </a:xfrm>
          <a:prstGeom prst="rect">
            <a:avLst/>
          </a:prstGeom>
        </p:spPr>
        <p:txBody>
          <a:bodyPr/>
          <a:lstStyle>
            <a:lvl1pPr marL="0" indent="0">
              <a:buNone/>
              <a:defRPr sz="1600"/>
            </a:lvl1pPr>
            <a:lvl2pPr marL="182880" indent="-182880">
              <a:defRPr sz="1600"/>
            </a:lvl2pPr>
            <a:lvl3pPr marL="365760" indent="-182880">
              <a:defRPr sz="1400"/>
            </a:lvl3pPr>
          </a:lstStyle>
          <a:p>
            <a:pPr lvl="0"/>
            <a:r>
              <a:rPr lang="en-US" dirty="0"/>
              <a:t>Body text should be 14pt. Click icon to add graphic. </a:t>
            </a:r>
          </a:p>
        </p:txBody>
      </p:sp>
      <p:sp>
        <p:nvSpPr>
          <p:cNvPr id="7" name="Text Placeholder 7">
            <a:extLst>
              <a:ext uri="{FF2B5EF4-FFF2-40B4-BE49-F238E27FC236}">
                <a16:creationId xmlns:a16="http://schemas.microsoft.com/office/drawing/2014/main" id="{6A94B2E4-9C6F-2CF9-7684-4AA40D0835AA}"/>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rgbClr val="FFBD00"/>
                </a:solidFill>
                <a:latin typeface="+mj-lt"/>
              </a:defRPr>
            </a:lvl1pPr>
          </a:lstStyle>
          <a:p>
            <a:pPr lvl="0"/>
            <a:r>
              <a:rPr lang="en-US" dirty="0"/>
              <a:t>Slide title (2-5 words) – 18pt</a:t>
            </a:r>
          </a:p>
        </p:txBody>
      </p:sp>
      <p:sp>
        <p:nvSpPr>
          <p:cNvPr id="8" name="Title 1">
            <a:extLst>
              <a:ext uri="{FF2B5EF4-FFF2-40B4-BE49-F238E27FC236}">
                <a16:creationId xmlns:a16="http://schemas.microsoft.com/office/drawing/2014/main" id="{C6DAE04C-E61A-50E2-C0CF-7E996F7ACC09}"/>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1600">
                <a:latin typeface="+mn-lt"/>
              </a:defRPr>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11" name="Content Placeholder 5">
            <a:extLst>
              <a:ext uri="{FF2B5EF4-FFF2-40B4-BE49-F238E27FC236}">
                <a16:creationId xmlns:a16="http://schemas.microsoft.com/office/drawing/2014/main" id="{B6541634-83B9-C286-5666-1E2F48340511}"/>
              </a:ext>
            </a:extLst>
          </p:cNvPr>
          <p:cNvSpPr>
            <a:spLocks noGrp="1"/>
          </p:cNvSpPr>
          <p:nvPr>
            <p:ph sz="quarter" idx="15" hasCustomPrompt="1"/>
          </p:nvPr>
        </p:nvSpPr>
        <p:spPr>
          <a:xfrm>
            <a:off x="365759" y="2514600"/>
            <a:ext cx="5212080" cy="3657600"/>
          </a:xfrm>
          <a:prstGeom prst="rect">
            <a:avLst/>
          </a:prstGeom>
        </p:spPr>
        <p:txBody>
          <a:bodyPr/>
          <a:lstStyle>
            <a:lvl1pPr marL="0" indent="0">
              <a:buNone/>
              <a:defRPr sz="1600"/>
            </a:lvl1pPr>
            <a:lvl2pPr marL="182880" indent="-182880">
              <a:defRPr sz="1600"/>
            </a:lvl2pPr>
            <a:lvl3pPr marL="365760" indent="-182880">
              <a:defRPr sz="1400"/>
            </a:lvl3pPr>
          </a:lstStyle>
          <a:p>
            <a:pPr lvl="0"/>
            <a:r>
              <a:rPr lang="en-US" dirty="0"/>
              <a:t>Body text should be 14pt. Click icon to add graphic. </a:t>
            </a:r>
          </a:p>
        </p:txBody>
      </p:sp>
    </p:spTree>
    <p:extLst>
      <p:ext uri="{BB962C8B-B14F-4D97-AF65-F5344CB8AC3E}">
        <p14:creationId xmlns:p14="http://schemas.microsoft.com/office/powerpoint/2010/main" val="219018132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ree Column Content Dark 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704A2A-E56B-E449-55B8-77A3F71B208B}"/>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8" name="Text Placeholder 7">
            <a:extLst>
              <a:ext uri="{FF2B5EF4-FFF2-40B4-BE49-F238E27FC236}">
                <a16:creationId xmlns:a16="http://schemas.microsoft.com/office/drawing/2014/main" id="{B27398F3-9FFE-B0AC-5FE0-20371305333C}"/>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rgbClr val="FFBD00"/>
                </a:solidFill>
                <a:latin typeface="+mj-lt"/>
              </a:defRPr>
            </a:lvl1pPr>
          </a:lstStyle>
          <a:p>
            <a:pPr lvl="0"/>
            <a:r>
              <a:rPr lang="en-US" dirty="0"/>
              <a:t>Slide title (2-5 words) – 18pt</a:t>
            </a:r>
          </a:p>
        </p:txBody>
      </p:sp>
      <p:sp>
        <p:nvSpPr>
          <p:cNvPr id="10" name="Title 1">
            <a:extLst>
              <a:ext uri="{FF2B5EF4-FFF2-40B4-BE49-F238E27FC236}">
                <a16:creationId xmlns:a16="http://schemas.microsoft.com/office/drawing/2014/main" id="{273CE305-19A1-E5B0-8B58-417E5A7DF85C}"/>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1600">
                <a:latin typeface="+mn-lt"/>
              </a:defRPr>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11" name="Text Placeholder 2">
            <a:extLst>
              <a:ext uri="{FF2B5EF4-FFF2-40B4-BE49-F238E27FC236}">
                <a16:creationId xmlns:a16="http://schemas.microsoft.com/office/drawing/2014/main" id="{42046794-8A31-44AB-F5F9-85A0C2A06E56}"/>
              </a:ext>
            </a:extLst>
          </p:cNvPr>
          <p:cNvSpPr>
            <a:spLocks noGrp="1"/>
          </p:cNvSpPr>
          <p:nvPr>
            <p:ph type="body" sz="quarter" idx="30" hasCustomPrompt="1"/>
          </p:nvPr>
        </p:nvSpPr>
        <p:spPr>
          <a:xfrm>
            <a:off x="362611" y="1645920"/>
            <a:ext cx="3566160" cy="4572000"/>
          </a:xfrm>
          <a:prstGeom prst="rect">
            <a:avLst/>
          </a:prstGeo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dirty="0"/>
              <a:t>Body text should be 14pt.</a:t>
            </a:r>
          </a:p>
        </p:txBody>
      </p:sp>
      <p:sp>
        <p:nvSpPr>
          <p:cNvPr id="12" name="Text Placeholder 2">
            <a:extLst>
              <a:ext uri="{FF2B5EF4-FFF2-40B4-BE49-F238E27FC236}">
                <a16:creationId xmlns:a16="http://schemas.microsoft.com/office/drawing/2014/main" id="{6CB36EA6-D1F9-CEB0-87F1-756AF3EE1A81}"/>
              </a:ext>
            </a:extLst>
          </p:cNvPr>
          <p:cNvSpPr>
            <a:spLocks noGrp="1"/>
          </p:cNvSpPr>
          <p:nvPr>
            <p:ph type="body" sz="quarter" idx="31" hasCustomPrompt="1"/>
          </p:nvPr>
        </p:nvSpPr>
        <p:spPr>
          <a:xfrm>
            <a:off x="4023360" y="1645920"/>
            <a:ext cx="3566160" cy="4572000"/>
          </a:xfrm>
          <a:prstGeom prst="rect">
            <a:avLst/>
          </a:prstGeo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dirty="0"/>
              <a:t>Body text should be 14pt.</a:t>
            </a:r>
          </a:p>
        </p:txBody>
      </p:sp>
      <p:sp>
        <p:nvSpPr>
          <p:cNvPr id="17" name="Text Placeholder 2">
            <a:extLst>
              <a:ext uri="{FF2B5EF4-FFF2-40B4-BE49-F238E27FC236}">
                <a16:creationId xmlns:a16="http://schemas.microsoft.com/office/drawing/2014/main" id="{D124A808-3327-AC7D-EAEC-5074E5416CC9}"/>
              </a:ext>
            </a:extLst>
          </p:cNvPr>
          <p:cNvSpPr>
            <a:spLocks noGrp="1"/>
          </p:cNvSpPr>
          <p:nvPr>
            <p:ph type="body" sz="quarter" idx="32" hasCustomPrompt="1"/>
          </p:nvPr>
        </p:nvSpPr>
        <p:spPr>
          <a:xfrm>
            <a:off x="7680960" y="1645920"/>
            <a:ext cx="3657600" cy="4572000"/>
          </a:xfrm>
          <a:prstGeom prst="rect">
            <a:avLst/>
          </a:prstGeom>
        </p:spPr>
        <p:txBody>
          <a:bodyPr/>
          <a:lstStyle>
            <a:lvl1pPr marL="0" indent="0">
              <a:spcBef>
                <a:spcPts val="0"/>
              </a:spcBef>
              <a:buNone/>
              <a:defRPr sz="1400"/>
            </a:lvl1pPr>
            <a:lvl2pPr marL="182880" indent="-182880">
              <a:spcBef>
                <a:spcPts val="0"/>
              </a:spcBef>
              <a:defRPr sz="1400"/>
            </a:lvl2pPr>
            <a:lvl3pPr marL="365760" indent="-182880">
              <a:spcBef>
                <a:spcPts val="0"/>
              </a:spcBef>
              <a:defRPr sz="1200"/>
            </a:lvl3pPr>
          </a:lstStyle>
          <a:p>
            <a:pPr lvl="0"/>
            <a:r>
              <a:rPr lang="en-US" dirty="0"/>
              <a:t>Body text should be 14pt.</a:t>
            </a:r>
          </a:p>
        </p:txBody>
      </p:sp>
    </p:spTree>
    <p:extLst>
      <p:ext uri="{BB962C8B-B14F-4D97-AF65-F5344CB8AC3E}">
        <p14:creationId xmlns:p14="http://schemas.microsoft.com/office/powerpoint/2010/main" val="257990997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adrant Content Dark 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5B4F45-7AB7-BFE4-FED7-BF07FAC49144}"/>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8" name="Text Placeholder 7">
            <a:extLst>
              <a:ext uri="{FF2B5EF4-FFF2-40B4-BE49-F238E27FC236}">
                <a16:creationId xmlns:a16="http://schemas.microsoft.com/office/drawing/2014/main" id="{E0253226-832C-9359-090B-5043237A99A4}"/>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rgbClr val="FFBD00"/>
                </a:solidFill>
                <a:latin typeface="+mj-lt"/>
              </a:defRPr>
            </a:lvl1pPr>
          </a:lstStyle>
          <a:p>
            <a:pPr lvl="0"/>
            <a:r>
              <a:rPr lang="en-US" dirty="0"/>
              <a:t>Slide title (2-5 words) – 18pt</a:t>
            </a:r>
          </a:p>
        </p:txBody>
      </p:sp>
      <p:sp>
        <p:nvSpPr>
          <p:cNvPr id="10" name="Title 1">
            <a:extLst>
              <a:ext uri="{FF2B5EF4-FFF2-40B4-BE49-F238E27FC236}">
                <a16:creationId xmlns:a16="http://schemas.microsoft.com/office/drawing/2014/main" id="{448F3D55-D0DA-2AFF-0D2E-F4D85A6CF65A}"/>
              </a:ext>
            </a:extLst>
          </p:cNvPr>
          <p:cNvSpPr>
            <a:spLocks noGrp="1"/>
          </p:cNvSpPr>
          <p:nvPr>
            <p:ph type="title" hasCustomPrompt="1"/>
          </p:nvPr>
        </p:nvSpPr>
        <p:spPr>
          <a:xfrm>
            <a:off x="365760" y="822960"/>
            <a:ext cx="10972800" cy="731520"/>
          </a:xfrm>
          <a:prstGeom prst="rect">
            <a:avLst/>
          </a:prstGeom>
        </p:spPr>
        <p:txBody>
          <a:bodyPr anchor="t">
            <a:noAutofit/>
          </a:bodyPr>
          <a:lstStyle>
            <a:lvl1pPr>
              <a:defRPr sz="1600">
                <a:latin typeface="+mn-lt"/>
              </a:defRPr>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11" name="Text Placeholder 4">
            <a:extLst>
              <a:ext uri="{FF2B5EF4-FFF2-40B4-BE49-F238E27FC236}">
                <a16:creationId xmlns:a16="http://schemas.microsoft.com/office/drawing/2014/main" id="{682B4939-35AD-7160-B7F7-C7CBB847E4B6}"/>
              </a:ext>
            </a:extLst>
          </p:cNvPr>
          <p:cNvSpPr>
            <a:spLocks noGrp="1"/>
          </p:cNvSpPr>
          <p:nvPr>
            <p:ph type="body" sz="quarter" idx="17" hasCustomPrompt="1"/>
          </p:nvPr>
        </p:nvSpPr>
        <p:spPr>
          <a:xfrm>
            <a:off x="5897880" y="182562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spcBef>
                <a:spcPts val="0"/>
              </a:spcBef>
              <a:defRPr sz="1200"/>
            </a:lvl3pPr>
          </a:lstStyle>
          <a:p>
            <a:pPr lvl="0"/>
            <a:r>
              <a:rPr lang="en-US" dirty="0"/>
              <a:t>Body text should be 14pt.</a:t>
            </a:r>
          </a:p>
        </p:txBody>
      </p:sp>
      <p:sp>
        <p:nvSpPr>
          <p:cNvPr id="12" name="Text Placeholder 4">
            <a:extLst>
              <a:ext uri="{FF2B5EF4-FFF2-40B4-BE49-F238E27FC236}">
                <a16:creationId xmlns:a16="http://schemas.microsoft.com/office/drawing/2014/main" id="{9D2870EA-F08F-0253-1CC2-2186504284A1}"/>
              </a:ext>
            </a:extLst>
          </p:cNvPr>
          <p:cNvSpPr>
            <a:spLocks noGrp="1"/>
          </p:cNvSpPr>
          <p:nvPr>
            <p:ph type="body" sz="quarter" idx="18" hasCustomPrompt="1"/>
          </p:nvPr>
        </p:nvSpPr>
        <p:spPr>
          <a:xfrm>
            <a:off x="365760" y="182562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spcBef>
                <a:spcPts val="0"/>
              </a:spcBef>
              <a:defRPr sz="1200"/>
            </a:lvl3pPr>
          </a:lstStyle>
          <a:p>
            <a:pPr lvl="0"/>
            <a:r>
              <a:rPr lang="en-US" dirty="0"/>
              <a:t>Body text should be 14pt.</a:t>
            </a:r>
          </a:p>
        </p:txBody>
      </p:sp>
      <p:sp>
        <p:nvSpPr>
          <p:cNvPr id="18" name="Text Placeholder 4">
            <a:extLst>
              <a:ext uri="{FF2B5EF4-FFF2-40B4-BE49-F238E27FC236}">
                <a16:creationId xmlns:a16="http://schemas.microsoft.com/office/drawing/2014/main" id="{4E2C3BCF-8D3C-3712-F0B1-761D28F86BA1}"/>
              </a:ext>
            </a:extLst>
          </p:cNvPr>
          <p:cNvSpPr>
            <a:spLocks noGrp="1"/>
          </p:cNvSpPr>
          <p:nvPr>
            <p:ph type="body" sz="quarter" idx="19" hasCustomPrompt="1"/>
          </p:nvPr>
        </p:nvSpPr>
        <p:spPr>
          <a:xfrm>
            <a:off x="365760" y="393509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lnSpc>
                <a:spcPct val="100000"/>
              </a:lnSpc>
              <a:spcBef>
                <a:spcPts val="0"/>
              </a:spcBef>
              <a:defRPr sz="1200"/>
            </a:lvl3pPr>
          </a:lstStyle>
          <a:p>
            <a:pPr lvl="0"/>
            <a:r>
              <a:rPr lang="en-US" dirty="0"/>
              <a:t>Body text should be 14pt.</a:t>
            </a:r>
          </a:p>
        </p:txBody>
      </p:sp>
      <p:sp>
        <p:nvSpPr>
          <p:cNvPr id="19" name="Text Placeholder 4">
            <a:extLst>
              <a:ext uri="{FF2B5EF4-FFF2-40B4-BE49-F238E27FC236}">
                <a16:creationId xmlns:a16="http://schemas.microsoft.com/office/drawing/2014/main" id="{4FF337D1-63C3-B11B-DD01-F47B7387F2DC}"/>
              </a:ext>
            </a:extLst>
          </p:cNvPr>
          <p:cNvSpPr>
            <a:spLocks noGrp="1"/>
          </p:cNvSpPr>
          <p:nvPr>
            <p:ph type="body" sz="quarter" idx="20" hasCustomPrompt="1"/>
          </p:nvPr>
        </p:nvSpPr>
        <p:spPr>
          <a:xfrm>
            <a:off x="5899868" y="3935095"/>
            <a:ext cx="5440680" cy="2011680"/>
          </a:xfrm>
          <a:prstGeom prst="rect">
            <a:avLst/>
          </a:prstGeom>
        </p:spPr>
        <p:txBody>
          <a:bodyPr/>
          <a:lstStyle>
            <a:lvl1pPr marL="0" indent="0">
              <a:spcBef>
                <a:spcPts val="0"/>
              </a:spcBef>
              <a:buNone/>
              <a:defRPr sz="1400"/>
            </a:lvl1pPr>
            <a:lvl2pPr marL="182880" indent="-182880">
              <a:spcBef>
                <a:spcPts val="0"/>
              </a:spcBef>
              <a:defRPr sz="1200"/>
            </a:lvl2pPr>
            <a:lvl3pPr marL="365760" indent="-182880">
              <a:spcBef>
                <a:spcPts val="0"/>
              </a:spcBef>
              <a:defRPr sz="1200"/>
            </a:lvl3pPr>
          </a:lstStyle>
          <a:p>
            <a:pPr lvl="0"/>
            <a:r>
              <a:rPr lang="en-US" dirty="0"/>
              <a:t>Body text should be 14pt.</a:t>
            </a:r>
          </a:p>
        </p:txBody>
      </p:sp>
    </p:spTree>
    <p:extLst>
      <p:ext uri="{BB962C8B-B14F-4D97-AF65-F5344CB8AC3E}">
        <p14:creationId xmlns:p14="http://schemas.microsoft.com/office/powerpoint/2010/main" val="12585443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Graph Dark 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0598E7-6EA4-EBC0-AE00-4AE6591AD7A3}"/>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11" name="Title 1">
            <a:extLst>
              <a:ext uri="{FF2B5EF4-FFF2-40B4-BE49-F238E27FC236}">
                <a16:creationId xmlns:a16="http://schemas.microsoft.com/office/drawing/2014/main" id="{F51F15A0-3440-75E4-119C-9535E5016DB7}"/>
              </a:ext>
            </a:extLst>
          </p:cNvPr>
          <p:cNvSpPr>
            <a:spLocks noGrp="1"/>
          </p:cNvSpPr>
          <p:nvPr>
            <p:ph type="title" hasCustomPrompt="1"/>
          </p:nvPr>
        </p:nvSpPr>
        <p:spPr>
          <a:xfrm>
            <a:off x="365759" y="1005840"/>
            <a:ext cx="4114800" cy="930144"/>
          </a:xfrm>
          <a:prstGeom prst="rect">
            <a:avLst/>
          </a:prstGeom>
        </p:spPr>
        <p:txBody>
          <a:bodyPr anchor="b">
            <a:normAutofit/>
          </a:bodyPr>
          <a:lstStyle>
            <a:lvl1pPr>
              <a:defRPr sz="1600">
                <a:latin typeface="+mn-lt"/>
              </a:defRPr>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14" name="Content Placeholder 2">
            <a:extLst>
              <a:ext uri="{FF2B5EF4-FFF2-40B4-BE49-F238E27FC236}">
                <a16:creationId xmlns:a16="http://schemas.microsoft.com/office/drawing/2014/main" id="{C8829D34-B21F-B7C4-A18A-538398198BCC}"/>
              </a:ext>
            </a:extLst>
          </p:cNvPr>
          <p:cNvSpPr>
            <a:spLocks noGrp="1"/>
          </p:cNvSpPr>
          <p:nvPr>
            <p:ph idx="1" hasCustomPrompt="1"/>
          </p:nvPr>
        </p:nvSpPr>
        <p:spPr>
          <a:xfrm>
            <a:off x="5212080" y="1172976"/>
            <a:ext cx="6172200" cy="4671076"/>
          </a:xfrm>
          <a:prstGeom prst="rect">
            <a:avLst/>
          </a:prstGeom>
        </p:spPr>
        <p:txBody>
          <a:bodyPr>
            <a:normAutofit/>
          </a:bodyPr>
          <a:lstStyle>
            <a:lvl1pPr marL="0" indent="0">
              <a:buNone/>
              <a:defRPr sz="20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icon to add graphic. Change the color of the lines in View &gt; Slide Master &gt; Shape Format.</a:t>
            </a:r>
          </a:p>
        </p:txBody>
      </p:sp>
      <p:sp>
        <p:nvSpPr>
          <p:cNvPr id="16" name="Text Placeholder 3">
            <a:extLst>
              <a:ext uri="{FF2B5EF4-FFF2-40B4-BE49-F238E27FC236}">
                <a16:creationId xmlns:a16="http://schemas.microsoft.com/office/drawing/2014/main" id="{4B3D28F4-5E66-159E-56C6-04D9DBE8579E}"/>
              </a:ext>
            </a:extLst>
          </p:cNvPr>
          <p:cNvSpPr>
            <a:spLocks noGrp="1"/>
          </p:cNvSpPr>
          <p:nvPr>
            <p:ph type="body" sz="half" idx="2" hasCustomPrompt="1"/>
          </p:nvPr>
        </p:nvSpPr>
        <p:spPr>
          <a:xfrm>
            <a:off x="365759" y="2194560"/>
            <a:ext cx="4114800" cy="3657600"/>
          </a:xfrm>
          <a:prstGeom prst="rect">
            <a:avLst/>
          </a:prstGeom>
        </p:spPr>
        <p:txBody>
          <a:bodyPr>
            <a:normAutofit/>
          </a:bodyPr>
          <a:lstStyle>
            <a:lvl1pPr marL="0" indent="0">
              <a:spcBef>
                <a:spcPts val="0"/>
              </a:spcBef>
              <a:buNone/>
              <a:defRPr sz="1400"/>
            </a:lvl1pPr>
            <a:lvl2pPr marL="182880" indent="-182880">
              <a:spcBef>
                <a:spcPts val="0"/>
              </a:spcBef>
              <a:buFont typeface="Arial" panose="020B0604020202020204" pitchFamily="34" charset="0"/>
              <a:buChar char="•"/>
              <a:defRPr sz="1600"/>
            </a:lvl2pPr>
            <a:lvl3pPr marL="365760" indent="-182880">
              <a:spcBef>
                <a:spcPts val="0"/>
              </a:spcBef>
              <a:buFont typeface="Arial" panose="020B0604020202020204" pitchFamily="34" charset="0"/>
              <a:buChar char="•"/>
              <a:defRPr sz="14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Body text should be 14pt.</a:t>
            </a:r>
          </a:p>
        </p:txBody>
      </p:sp>
      <p:sp>
        <p:nvSpPr>
          <p:cNvPr id="17" name="Text Placeholder 7">
            <a:extLst>
              <a:ext uri="{FF2B5EF4-FFF2-40B4-BE49-F238E27FC236}">
                <a16:creationId xmlns:a16="http://schemas.microsoft.com/office/drawing/2014/main" id="{0B18A3D1-F531-C3EB-F8FC-8BD26E95D584}"/>
              </a:ext>
            </a:extLst>
          </p:cNvPr>
          <p:cNvSpPr>
            <a:spLocks noGrp="1"/>
          </p:cNvSpPr>
          <p:nvPr>
            <p:ph type="body" sz="quarter" idx="13" hasCustomPrompt="1"/>
          </p:nvPr>
        </p:nvSpPr>
        <p:spPr>
          <a:xfrm>
            <a:off x="365760" y="365760"/>
            <a:ext cx="5943600" cy="365760"/>
          </a:xfrm>
          <a:prstGeom prst="rect">
            <a:avLst/>
          </a:prstGeom>
        </p:spPr>
        <p:txBody>
          <a:bodyPr>
            <a:noAutofit/>
          </a:bodyPr>
          <a:lstStyle>
            <a:lvl1pPr marL="0" indent="0">
              <a:buNone/>
              <a:defRPr sz="1800" b="0" i="0">
                <a:solidFill>
                  <a:srgbClr val="FFBD00"/>
                </a:solidFill>
                <a:latin typeface="+mj-lt"/>
              </a:defRPr>
            </a:lvl1pPr>
          </a:lstStyle>
          <a:p>
            <a:pPr lvl="0"/>
            <a:r>
              <a:rPr lang="en-US" dirty="0"/>
              <a:t>Slide title (2-5 words) – 18pt</a:t>
            </a:r>
          </a:p>
        </p:txBody>
      </p:sp>
      <p:sp>
        <p:nvSpPr>
          <p:cNvPr id="18" name="Parallelogram 17">
            <a:extLst>
              <a:ext uri="{FF2B5EF4-FFF2-40B4-BE49-F238E27FC236}">
                <a16:creationId xmlns:a16="http://schemas.microsoft.com/office/drawing/2014/main" id="{A0C8C86D-270E-0FD9-DCDA-92710F9763FB}"/>
              </a:ext>
            </a:extLst>
          </p:cNvPr>
          <p:cNvSpPr>
            <a:spLocks/>
          </p:cNvSpPr>
          <p:nvPr userDrawn="1"/>
        </p:nvSpPr>
        <p:spPr>
          <a:xfrm>
            <a:off x="5212080" y="1081535"/>
            <a:ext cx="6172200" cy="91440"/>
          </a:xfrm>
          <a:prstGeom prst="parallelogram">
            <a:avLst>
              <a:gd name="adj" fmla="val 65506"/>
            </a:avLst>
          </a:prstGeom>
          <a:solidFill>
            <a:srgbClr val="FFBD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arallelogram 18">
            <a:extLst>
              <a:ext uri="{FF2B5EF4-FFF2-40B4-BE49-F238E27FC236}">
                <a16:creationId xmlns:a16="http://schemas.microsoft.com/office/drawing/2014/main" id="{FD6D9B68-D8AD-29B7-C6AB-CF99875CAFB5}"/>
              </a:ext>
            </a:extLst>
          </p:cNvPr>
          <p:cNvSpPr>
            <a:spLocks/>
          </p:cNvSpPr>
          <p:nvPr userDrawn="1"/>
        </p:nvSpPr>
        <p:spPr>
          <a:xfrm>
            <a:off x="5212080" y="5844052"/>
            <a:ext cx="6172200" cy="91440"/>
          </a:xfrm>
          <a:prstGeom prst="parallelogram">
            <a:avLst>
              <a:gd name="adj" fmla="val 65506"/>
            </a:avLst>
          </a:prstGeom>
          <a:solidFill>
            <a:srgbClr val="FFBD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03227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tement with Bkgrd Picture Dark 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B96CA7-E0FD-A52E-F67D-82907FA357FD}"/>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9" name="Picture Placeholder 5">
            <a:extLst>
              <a:ext uri="{FF2B5EF4-FFF2-40B4-BE49-F238E27FC236}">
                <a16:creationId xmlns:a16="http://schemas.microsoft.com/office/drawing/2014/main" id="{A80BD2D3-5A04-7D28-07E2-C54B1E45CDA7}"/>
              </a:ext>
            </a:extLst>
          </p:cNvPr>
          <p:cNvSpPr>
            <a:spLocks noGrp="1"/>
          </p:cNvSpPr>
          <p:nvPr>
            <p:ph type="pic" sz="quarter" idx="12" hasCustomPrompt="1"/>
          </p:nvPr>
        </p:nvSpPr>
        <p:spPr>
          <a:xfrm>
            <a:off x="0" y="0"/>
            <a:ext cx="12192000" cy="6126480"/>
          </a:xfrm>
          <a:prstGeom prst="rect">
            <a:avLst/>
          </a:prstGeom>
        </p:spPr>
        <p:txBody>
          <a:bodyPr anchor="ctr"/>
          <a:lstStyle>
            <a:lvl1pPr marL="0" indent="0" algn="r">
              <a:spcBef>
                <a:spcPts val="0"/>
              </a:spcBef>
              <a:spcAft>
                <a:spcPts val="0"/>
              </a:spcAft>
              <a:buNone/>
              <a:defRPr>
                <a:latin typeface="+mn-lt"/>
              </a:defRPr>
            </a:lvl1pPr>
          </a:lstStyle>
          <a:p>
            <a:r>
              <a:rPr lang="en-US" dirty="0"/>
              <a:t>Click icon to add background </a:t>
            </a:r>
          </a:p>
          <a:p>
            <a:r>
              <a:rPr lang="en-US" dirty="0"/>
              <a:t>picture from our library</a:t>
            </a:r>
          </a:p>
        </p:txBody>
      </p:sp>
      <p:sp>
        <p:nvSpPr>
          <p:cNvPr id="12" name="Title 1">
            <a:extLst>
              <a:ext uri="{FF2B5EF4-FFF2-40B4-BE49-F238E27FC236}">
                <a16:creationId xmlns:a16="http://schemas.microsoft.com/office/drawing/2014/main" id="{5FAD2F37-4485-968D-F86C-45B4CBFC63CD}"/>
              </a:ext>
            </a:extLst>
          </p:cNvPr>
          <p:cNvSpPr>
            <a:spLocks noGrp="1"/>
          </p:cNvSpPr>
          <p:nvPr>
            <p:ph type="title" hasCustomPrompt="1"/>
          </p:nvPr>
        </p:nvSpPr>
        <p:spPr>
          <a:xfrm>
            <a:off x="370242" y="1234440"/>
            <a:ext cx="5029200" cy="3657600"/>
          </a:xfrm>
          <a:prstGeom prst="rect">
            <a:avLst/>
          </a:prstGeom>
        </p:spPr>
        <p:txBody>
          <a:bodyPr>
            <a:normAutofit/>
          </a:bodyPr>
          <a:lstStyle>
            <a:lvl1pPr algn="ctr">
              <a:defRPr sz="2400">
                <a:latin typeface="+mj-lt"/>
              </a:defRPr>
            </a:lvl1pPr>
          </a:lstStyle>
          <a:p>
            <a:r>
              <a:rPr lang="en-US" dirty="0"/>
              <a:t>Add a bold statement text here. Avenir Next 24pt minimum. Change color of the lines in View &gt; Slide Master &gt; Shape Format.</a:t>
            </a:r>
          </a:p>
        </p:txBody>
      </p:sp>
      <p:sp>
        <p:nvSpPr>
          <p:cNvPr id="13" name="Parallelogram 12">
            <a:extLst>
              <a:ext uri="{FF2B5EF4-FFF2-40B4-BE49-F238E27FC236}">
                <a16:creationId xmlns:a16="http://schemas.microsoft.com/office/drawing/2014/main" id="{67C97136-DD63-F380-8B9B-118CBE0E1773}"/>
              </a:ext>
            </a:extLst>
          </p:cNvPr>
          <p:cNvSpPr>
            <a:spLocks/>
          </p:cNvSpPr>
          <p:nvPr userDrawn="1"/>
        </p:nvSpPr>
        <p:spPr>
          <a:xfrm>
            <a:off x="374724" y="1143000"/>
            <a:ext cx="5029200" cy="91440"/>
          </a:xfrm>
          <a:prstGeom prst="parallelogram">
            <a:avLst>
              <a:gd name="adj" fmla="val 65506"/>
            </a:avLst>
          </a:prstGeom>
          <a:solidFill>
            <a:srgbClr val="FFBD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arallelogram 13">
            <a:extLst>
              <a:ext uri="{FF2B5EF4-FFF2-40B4-BE49-F238E27FC236}">
                <a16:creationId xmlns:a16="http://schemas.microsoft.com/office/drawing/2014/main" id="{76739B58-4A6D-9DD0-8AC9-1284DC4FAA0E}"/>
              </a:ext>
            </a:extLst>
          </p:cNvPr>
          <p:cNvSpPr>
            <a:spLocks/>
          </p:cNvSpPr>
          <p:nvPr userDrawn="1"/>
        </p:nvSpPr>
        <p:spPr>
          <a:xfrm>
            <a:off x="374724" y="4892040"/>
            <a:ext cx="5029200" cy="91440"/>
          </a:xfrm>
          <a:prstGeom prst="parallelogram">
            <a:avLst>
              <a:gd name="adj" fmla="val 65506"/>
            </a:avLst>
          </a:prstGeom>
          <a:solidFill>
            <a:srgbClr val="FFBD0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943458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old Statement Dark 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E44C707-8B17-AC06-6850-1787FA1398A2}"/>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12" name="Parallelogram 11">
            <a:extLst>
              <a:ext uri="{FF2B5EF4-FFF2-40B4-BE49-F238E27FC236}">
                <a16:creationId xmlns:a16="http://schemas.microsoft.com/office/drawing/2014/main" id="{519D0450-1791-8A61-35AA-FBEABE690CB2}"/>
              </a:ext>
            </a:extLst>
          </p:cNvPr>
          <p:cNvSpPr>
            <a:spLocks noChangeAspect="1"/>
          </p:cNvSpPr>
          <p:nvPr userDrawn="1"/>
        </p:nvSpPr>
        <p:spPr>
          <a:xfrm>
            <a:off x="5852160" y="0"/>
            <a:ext cx="2628900" cy="210312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Parallelogram 12">
            <a:extLst>
              <a:ext uri="{FF2B5EF4-FFF2-40B4-BE49-F238E27FC236}">
                <a16:creationId xmlns:a16="http://schemas.microsoft.com/office/drawing/2014/main" id="{564CA023-1284-A880-F20B-C242D2B2C741}"/>
              </a:ext>
            </a:extLst>
          </p:cNvPr>
          <p:cNvSpPr>
            <a:spLocks noChangeAspect="1"/>
          </p:cNvSpPr>
          <p:nvPr userDrawn="1"/>
        </p:nvSpPr>
        <p:spPr>
          <a:xfrm>
            <a:off x="3223260" y="4754880"/>
            <a:ext cx="2628900" cy="2103120"/>
          </a:xfrm>
          <a:prstGeom prst="parallelogram">
            <a:avLst>
              <a:gd name="adj" fmla="val 65506"/>
            </a:avLst>
          </a:prstGeom>
          <a:solidFill>
            <a:schemeClr val="accent3"/>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8">
            <a:extLst>
              <a:ext uri="{FF2B5EF4-FFF2-40B4-BE49-F238E27FC236}">
                <a16:creationId xmlns:a16="http://schemas.microsoft.com/office/drawing/2014/main" id="{E961476A-6A09-3A8F-2209-D85EF591A91D}"/>
              </a:ext>
            </a:extLst>
          </p:cNvPr>
          <p:cNvSpPr>
            <a:spLocks noGrp="1"/>
          </p:cNvSpPr>
          <p:nvPr>
            <p:ph type="body" sz="quarter" idx="12" hasCustomPrompt="1"/>
          </p:nvPr>
        </p:nvSpPr>
        <p:spPr>
          <a:xfrm>
            <a:off x="2895600" y="2514600"/>
            <a:ext cx="6400800" cy="1828800"/>
          </a:xfrm>
          <a:prstGeom prst="rect">
            <a:avLst/>
          </a:prstGeom>
        </p:spPr>
        <p:txBody>
          <a:bodyPr anchor="ctr">
            <a:normAutofit/>
          </a:bodyPr>
          <a:lstStyle>
            <a:lvl1pPr marL="0" indent="0" algn="ctr">
              <a:buNone/>
              <a:defRPr sz="2400">
                <a:latin typeface="+mn-lt"/>
              </a:defRPr>
            </a:lvl1pPr>
          </a:lstStyle>
          <a:p>
            <a:pPr lvl="0"/>
            <a:r>
              <a:rPr lang="en-US" dirty="0"/>
              <a:t>Add a bold statement here, which may extend to 4 lines. Avenir Next 24pt min. Change shape colors in View &gt; Slide Master &gt; Shape Format.</a:t>
            </a:r>
          </a:p>
        </p:txBody>
      </p:sp>
    </p:spTree>
    <p:extLst>
      <p:ext uri="{BB962C8B-B14F-4D97-AF65-F5344CB8AC3E}">
        <p14:creationId xmlns:p14="http://schemas.microsoft.com/office/powerpoint/2010/main" val="11489747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Map Layout Dark 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DE09EE8-1B89-E7F0-2C9B-55675375196E}"/>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2" name="Title 1">
            <a:extLst>
              <a:ext uri="{FF2B5EF4-FFF2-40B4-BE49-F238E27FC236}">
                <a16:creationId xmlns:a16="http://schemas.microsoft.com/office/drawing/2014/main" id="{4AC6025D-BCAA-1F7E-91E1-714C7E5F0323}"/>
              </a:ext>
            </a:extLst>
          </p:cNvPr>
          <p:cNvSpPr>
            <a:spLocks noGrp="1"/>
          </p:cNvSpPr>
          <p:nvPr>
            <p:ph type="title" hasCustomPrompt="1"/>
          </p:nvPr>
        </p:nvSpPr>
        <p:spPr>
          <a:xfrm>
            <a:off x="365760" y="1097279"/>
            <a:ext cx="3657600" cy="1371600"/>
          </a:xfrm>
          <a:prstGeom prst="rect">
            <a:avLst/>
          </a:prstGeom>
        </p:spPr>
        <p:txBody>
          <a:bodyPr anchor="b">
            <a:noAutofit/>
          </a:bodyPr>
          <a:lstStyle>
            <a:lvl1pPr>
              <a:defRPr sz="1600"/>
            </a:lvl1pPr>
          </a:lstStyle>
          <a:p>
            <a:r>
              <a:rPr lang="en-US" dirty="0"/>
              <a:t>Key takeaway statement, may underline 1-2 words for emphasis and extend 1-2 lines. </a:t>
            </a:r>
            <a:br>
              <a:rPr lang="en-US" dirty="0"/>
            </a:br>
            <a:r>
              <a:rPr lang="en-US" dirty="0"/>
              <a:t>Text should be 16pt.</a:t>
            </a:r>
            <a:br>
              <a:rPr lang="en-US" dirty="0"/>
            </a:br>
            <a:r>
              <a:rPr lang="en-US" dirty="0"/>
              <a:t>Delete this box if not needed.</a:t>
            </a:r>
          </a:p>
        </p:txBody>
      </p:sp>
      <p:sp>
        <p:nvSpPr>
          <p:cNvPr id="5" name="Text Placeholder 15">
            <a:extLst>
              <a:ext uri="{FF2B5EF4-FFF2-40B4-BE49-F238E27FC236}">
                <a16:creationId xmlns:a16="http://schemas.microsoft.com/office/drawing/2014/main" id="{E6E9EC34-0568-0200-6ECB-7A76632CA131}"/>
              </a:ext>
            </a:extLst>
          </p:cNvPr>
          <p:cNvSpPr>
            <a:spLocks noGrp="1"/>
          </p:cNvSpPr>
          <p:nvPr>
            <p:ph type="body" idx="1" hasCustomPrompt="1"/>
          </p:nvPr>
        </p:nvSpPr>
        <p:spPr>
          <a:xfrm>
            <a:off x="365760" y="2560322"/>
            <a:ext cx="3657600" cy="2743200"/>
          </a:xfrm>
          <a:prstGeom prst="rect">
            <a:avLst/>
          </a:prstGeom>
        </p:spPr>
        <p:txBody>
          <a:bodyPr>
            <a:noAutofit/>
          </a:bodyPr>
          <a:lstStyle>
            <a:lvl1pPr marL="0" indent="0">
              <a:buNone/>
              <a:defRPr sz="1400">
                <a:latin typeface="+mn-lt"/>
              </a:defRPr>
            </a:lvl1pPr>
            <a:lvl2pPr marL="182880" indent="-182880">
              <a:defRPr sz="1400"/>
            </a:lvl2pPr>
            <a:lvl3pPr marL="457200">
              <a:defRPr sz="1600"/>
            </a:lvl3pPr>
          </a:lstStyle>
          <a:p>
            <a:pPr lvl="0"/>
            <a:r>
              <a:rPr lang="en-US" dirty="0"/>
              <a:t>Body text should be 14pt.</a:t>
            </a:r>
          </a:p>
        </p:txBody>
      </p:sp>
      <p:sp>
        <p:nvSpPr>
          <p:cNvPr id="6" name="Text Placeholder 2">
            <a:extLst>
              <a:ext uri="{FF2B5EF4-FFF2-40B4-BE49-F238E27FC236}">
                <a16:creationId xmlns:a16="http://schemas.microsoft.com/office/drawing/2014/main" id="{73FEF539-12BE-ADBA-B326-C40507E76558}"/>
              </a:ext>
            </a:extLst>
          </p:cNvPr>
          <p:cNvSpPr>
            <a:spLocks noGrp="1"/>
          </p:cNvSpPr>
          <p:nvPr>
            <p:ph type="body" sz="quarter" idx="12" hasCustomPrompt="1"/>
          </p:nvPr>
        </p:nvSpPr>
        <p:spPr>
          <a:xfrm>
            <a:off x="365759" y="365760"/>
            <a:ext cx="5943600" cy="365760"/>
          </a:xfrm>
          <a:prstGeom prst="rect">
            <a:avLst/>
          </a:prstGeom>
        </p:spPr>
        <p:txBody>
          <a:bodyPr>
            <a:normAutofit/>
          </a:bodyPr>
          <a:lstStyle>
            <a:lvl1pPr marL="0" indent="0">
              <a:buNone/>
              <a:defRPr sz="1800" b="0" i="0">
                <a:solidFill>
                  <a:srgbClr val="FFBD00"/>
                </a:solidFill>
                <a:latin typeface="+mj-lt"/>
              </a:defRPr>
            </a:lvl1pPr>
          </a:lstStyle>
          <a:p>
            <a:pPr lvl="0"/>
            <a:r>
              <a:rPr lang="en-US" dirty="0"/>
              <a:t>Slide title (2-5 words) – 18pt</a:t>
            </a:r>
          </a:p>
        </p:txBody>
      </p:sp>
    </p:spTree>
    <p:extLst>
      <p:ext uri="{BB962C8B-B14F-4D97-AF65-F5344CB8AC3E}">
        <p14:creationId xmlns:p14="http://schemas.microsoft.com/office/powerpoint/2010/main" val="127554068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nk Slide Dark 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A3E6EEA-5E8C-72DD-6EE3-AFEBA3655AC2}"/>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3" name="Text Placeholder 2">
            <a:extLst>
              <a:ext uri="{FF2B5EF4-FFF2-40B4-BE49-F238E27FC236}">
                <a16:creationId xmlns:a16="http://schemas.microsoft.com/office/drawing/2014/main" id="{BB03D2B7-3863-B5E7-86A0-611F12C069CA}"/>
              </a:ext>
            </a:extLst>
          </p:cNvPr>
          <p:cNvSpPr>
            <a:spLocks noGrp="1"/>
          </p:cNvSpPr>
          <p:nvPr>
            <p:ph type="body" sz="quarter" idx="12" hasCustomPrompt="1"/>
          </p:nvPr>
        </p:nvSpPr>
        <p:spPr>
          <a:xfrm>
            <a:off x="365759" y="365760"/>
            <a:ext cx="5943600" cy="365760"/>
          </a:xfrm>
          <a:prstGeom prst="rect">
            <a:avLst/>
          </a:prstGeom>
        </p:spPr>
        <p:txBody>
          <a:bodyPr>
            <a:normAutofit/>
          </a:bodyPr>
          <a:lstStyle>
            <a:lvl1pPr marL="0" indent="0">
              <a:buNone/>
              <a:defRPr sz="1800" b="0" i="0">
                <a:solidFill>
                  <a:srgbClr val="FFBD00"/>
                </a:solidFill>
                <a:latin typeface="+mj-lt"/>
              </a:defRPr>
            </a:lvl1pPr>
          </a:lstStyle>
          <a:p>
            <a:pPr lvl="0"/>
            <a:r>
              <a:rPr lang="en-US" dirty="0"/>
              <a:t>Slide title (2-5 words) – 18pt</a:t>
            </a:r>
          </a:p>
        </p:txBody>
      </p:sp>
    </p:spTree>
    <p:extLst>
      <p:ext uri="{BB962C8B-B14F-4D97-AF65-F5344CB8AC3E}">
        <p14:creationId xmlns:p14="http://schemas.microsoft.com/office/powerpoint/2010/main" val="354622460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 Slide-NoLogo Dark 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78C36D-C9FB-2AE4-DA4C-6C763B92AA2D}"/>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Tree>
    <p:extLst>
      <p:ext uri="{BB962C8B-B14F-4D97-AF65-F5344CB8AC3E}">
        <p14:creationId xmlns:p14="http://schemas.microsoft.com/office/powerpoint/2010/main" val="27765444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losing Slide Dark 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B45D5A-22AA-F70A-7399-C4B19F1E1514}"/>
              </a:ext>
            </a:extLst>
          </p:cNvPr>
          <p:cNvPicPr>
            <a:picLocks/>
          </p:cNvPicPr>
          <p:nvPr userDrawn="1"/>
        </p:nvPicPr>
        <p:blipFill>
          <a:blip r:embed="rId2">
            <a:extLst>
              <a:ext uri="{28A0092B-C50C-407E-A947-70E740481C1C}">
                <a14:useLocalDpi xmlns:a14="http://schemas.microsoft.com/office/drawing/2010/main" val="0"/>
              </a:ext>
            </a:extLst>
          </a:blip>
          <a:srcRect/>
          <a:stretch/>
        </p:blipFill>
        <p:spPr>
          <a:xfrm>
            <a:off x="365760" y="6217920"/>
            <a:ext cx="777240" cy="453971"/>
          </a:xfrm>
          <a:prstGeom prst="rect">
            <a:avLst/>
          </a:prstGeom>
        </p:spPr>
      </p:pic>
      <p:sp>
        <p:nvSpPr>
          <p:cNvPr id="12" name="Text Placeholder 3">
            <a:extLst>
              <a:ext uri="{FF2B5EF4-FFF2-40B4-BE49-F238E27FC236}">
                <a16:creationId xmlns:a16="http://schemas.microsoft.com/office/drawing/2014/main" id="{AE5D82FD-CDC3-9481-A33E-1519D8C02942}"/>
              </a:ext>
            </a:extLst>
          </p:cNvPr>
          <p:cNvSpPr>
            <a:spLocks noGrp="1"/>
          </p:cNvSpPr>
          <p:nvPr>
            <p:ph type="body" sz="half" idx="2" hasCustomPrompt="1"/>
          </p:nvPr>
        </p:nvSpPr>
        <p:spPr>
          <a:xfrm>
            <a:off x="365759" y="9144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Add your name here</a:t>
            </a:r>
          </a:p>
        </p:txBody>
      </p:sp>
      <p:sp>
        <p:nvSpPr>
          <p:cNvPr id="16" name="Text Placeholder 3">
            <a:extLst>
              <a:ext uri="{FF2B5EF4-FFF2-40B4-BE49-F238E27FC236}">
                <a16:creationId xmlns:a16="http://schemas.microsoft.com/office/drawing/2014/main" id="{313D48E4-EBC4-DA52-057A-B4321BB6653C}"/>
              </a:ext>
            </a:extLst>
          </p:cNvPr>
          <p:cNvSpPr>
            <a:spLocks noGrp="1"/>
          </p:cNvSpPr>
          <p:nvPr>
            <p:ph type="body" sz="half" idx="12" hasCustomPrompt="1"/>
          </p:nvPr>
        </p:nvSpPr>
        <p:spPr>
          <a:xfrm>
            <a:off x="365759" y="13716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Add your.email@zelis.com here</a:t>
            </a:r>
          </a:p>
        </p:txBody>
      </p:sp>
      <p:sp>
        <p:nvSpPr>
          <p:cNvPr id="17" name="Text Placeholder 3">
            <a:extLst>
              <a:ext uri="{FF2B5EF4-FFF2-40B4-BE49-F238E27FC236}">
                <a16:creationId xmlns:a16="http://schemas.microsoft.com/office/drawing/2014/main" id="{50A51015-ED1D-18C8-5C4A-413DBAFD2F2E}"/>
              </a:ext>
            </a:extLst>
          </p:cNvPr>
          <p:cNvSpPr>
            <a:spLocks noGrp="1"/>
          </p:cNvSpPr>
          <p:nvPr>
            <p:ph type="body" sz="half" idx="13" hasCustomPrompt="1"/>
          </p:nvPr>
        </p:nvSpPr>
        <p:spPr>
          <a:xfrm>
            <a:off x="365759" y="1828800"/>
            <a:ext cx="4114800" cy="457200"/>
          </a:xfrm>
          <a:prstGeom prst="rect">
            <a:avLst/>
          </a:prstGeom>
        </p:spPr>
        <p:txBody>
          <a:bodyPr>
            <a:normAutofit/>
          </a:bodyPr>
          <a:lstStyle>
            <a:lvl1pPr marL="0" indent="0">
              <a:lnSpc>
                <a:spcPct val="100000"/>
              </a:lnSpc>
              <a:spcBef>
                <a:spcPts val="600"/>
              </a:spcBef>
              <a:spcAft>
                <a:spcPts val="600"/>
              </a:spcAft>
              <a:buNone/>
              <a:defRPr sz="1600">
                <a:solidFill>
                  <a:schemeClr val="bg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Add your phone here</a:t>
            </a:r>
          </a:p>
        </p:txBody>
      </p:sp>
      <p:sp>
        <p:nvSpPr>
          <p:cNvPr id="19" name="Text Placeholder 2">
            <a:extLst>
              <a:ext uri="{FF2B5EF4-FFF2-40B4-BE49-F238E27FC236}">
                <a16:creationId xmlns:a16="http://schemas.microsoft.com/office/drawing/2014/main" id="{CA2806ED-75F2-798E-409A-316FDFB27C84}"/>
              </a:ext>
            </a:extLst>
          </p:cNvPr>
          <p:cNvSpPr>
            <a:spLocks noGrp="1"/>
          </p:cNvSpPr>
          <p:nvPr>
            <p:ph type="body" sz="quarter" idx="14" hasCustomPrompt="1"/>
          </p:nvPr>
        </p:nvSpPr>
        <p:spPr>
          <a:xfrm>
            <a:off x="365759" y="365760"/>
            <a:ext cx="5943600" cy="365760"/>
          </a:xfrm>
          <a:prstGeom prst="rect">
            <a:avLst/>
          </a:prstGeom>
        </p:spPr>
        <p:txBody>
          <a:bodyPr>
            <a:normAutofit/>
          </a:bodyPr>
          <a:lstStyle>
            <a:lvl1pPr marL="0" indent="0">
              <a:buNone/>
              <a:defRPr sz="1800" b="0" i="0">
                <a:solidFill>
                  <a:srgbClr val="FFBD00"/>
                </a:solidFill>
                <a:latin typeface="+mj-lt"/>
              </a:defRPr>
            </a:lvl1pPr>
          </a:lstStyle>
          <a:p>
            <a:pPr lvl="0"/>
            <a:r>
              <a:rPr lang="en-US" dirty="0"/>
              <a:t>Contact</a:t>
            </a:r>
          </a:p>
        </p:txBody>
      </p:sp>
      <p:sp>
        <p:nvSpPr>
          <p:cNvPr id="20" name="Rectangle 19">
            <a:extLst>
              <a:ext uri="{FF2B5EF4-FFF2-40B4-BE49-F238E27FC236}">
                <a16:creationId xmlns:a16="http://schemas.microsoft.com/office/drawing/2014/main" id="{ED9B788D-274A-4F72-1D06-0808417EB259}"/>
              </a:ext>
            </a:extLst>
          </p:cNvPr>
          <p:cNvSpPr>
            <a:spLocks noGrp="1" noRot="1" noMove="1" noResize="1" noEditPoints="1" noAdjustHandles="1" noChangeArrowheads="1" noChangeShapeType="1"/>
          </p:cNvSpPr>
          <p:nvPr userDrawn="1"/>
        </p:nvSpPr>
        <p:spPr>
          <a:xfrm>
            <a:off x="8324850" y="6381750"/>
            <a:ext cx="3657600" cy="290141"/>
          </a:xfrm>
          <a:prstGeom prst="rect">
            <a:avLst/>
          </a:prstGeom>
          <a:solidFill>
            <a:srgbClr val="2300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D355FBB0-65E8-84DC-B338-5F58AFE27AD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553200" y="321899"/>
            <a:ext cx="5638799" cy="6078901"/>
          </a:xfrm>
          <a:prstGeom prst="rect">
            <a:avLst/>
          </a:prstGeom>
        </p:spPr>
      </p:pic>
      <p:sp>
        <p:nvSpPr>
          <p:cNvPr id="2" name="TextBox 1">
            <a:extLst>
              <a:ext uri="{FF2B5EF4-FFF2-40B4-BE49-F238E27FC236}">
                <a16:creationId xmlns:a16="http://schemas.microsoft.com/office/drawing/2014/main" id="{64BF9C9A-D24C-18ED-840B-3D2E753033A1}"/>
              </a:ext>
            </a:extLst>
          </p:cNvPr>
          <p:cNvSpPr txBox="1"/>
          <p:nvPr userDrawn="1"/>
        </p:nvSpPr>
        <p:spPr>
          <a:xfrm>
            <a:off x="1139321" y="5910501"/>
            <a:ext cx="4842379" cy="738664"/>
          </a:xfrm>
          <a:prstGeom prst="rect">
            <a:avLst/>
          </a:prstGeom>
          <a:noFill/>
        </p:spPr>
        <p:txBody>
          <a:bodyPr wrap="square">
            <a:spAutoFit/>
          </a:bodyPr>
          <a:lstStyle/>
          <a:p>
            <a:r>
              <a:rPr lang="en-US" sz="700" dirty="0">
                <a:solidFill>
                  <a:schemeClr val="bg1"/>
                </a:solidFill>
              </a:rPr>
              <a:t>The information in this document is for general informational purposes only on an “as is” basis.  Zelis makes no representations or warranties of any kind, regarding this information, its products and/or services featured herein, or any specific outcomes based upon the use of such information/products. Nothing contained in this document is intended to constitute legal advice.  With respect to services provided by our Price Optimization business unit, Zelis provides savings and coding recommendations for each client, who independently assess whether to accept them.  All information related to a client’s approach to its cost containment program is confidential.</a:t>
            </a:r>
          </a:p>
        </p:txBody>
      </p:sp>
    </p:spTree>
    <p:extLst>
      <p:ext uri="{BB962C8B-B14F-4D97-AF65-F5344CB8AC3E}">
        <p14:creationId xmlns:p14="http://schemas.microsoft.com/office/powerpoint/2010/main" val="1759381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247799-9114-4159-BF97-EFA5E1531998}"/>
              </a:ext>
            </a:extLst>
          </p:cNvPr>
          <p:cNvSpPr>
            <a:spLocks noGrp="1"/>
          </p:cNvSpPr>
          <p:nvPr>
            <p:ph type="title"/>
          </p:nvPr>
        </p:nvSpPr>
        <p:spPr>
          <a:xfrm>
            <a:off x="365760" y="365125"/>
            <a:ext cx="10972800" cy="1325563"/>
          </a:xfrm>
          <a:prstGeom prst="rect">
            <a:avLst/>
          </a:prstGeom>
        </p:spPr>
        <p:txBody>
          <a:bodyPr vert="horz" lIns="0" tIns="45720" rIns="0" bIns="45720" rtlCol="0" anchor="ctr">
            <a:normAutofit/>
          </a:bodyPr>
          <a:lstStyle/>
          <a:p>
            <a:r>
              <a:rPr lang="en-US" dirty="0"/>
              <a:t>This is the Master Slide. Please choose one of the child layouts.</a:t>
            </a:r>
          </a:p>
        </p:txBody>
      </p:sp>
      <p:sp>
        <p:nvSpPr>
          <p:cNvPr id="3" name="Text Placeholder 2">
            <a:extLst>
              <a:ext uri="{FF2B5EF4-FFF2-40B4-BE49-F238E27FC236}">
                <a16:creationId xmlns:a16="http://schemas.microsoft.com/office/drawing/2014/main" id="{FA8A61F6-AFAD-4100-A949-754199DECF13}"/>
              </a:ext>
            </a:extLst>
          </p:cNvPr>
          <p:cNvSpPr>
            <a:spLocks noGrp="1"/>
          </p:cNvSpPr>
          <p:nvPr>
            <p:ph type="body" idx="1"/>
          </p:nvPr>
        </p:nvSpPr>
        <p:spPr>
          <a:xfrm>
            <a:off x="381000" y="1825625"/>
            <a:ext cx="10972800" cy="4297680"/>
          </a:xfrm>
          <a:prstGeom prst="rect">
            <a:avLst/>
          </a:prstGeom>
        </p:spPr>
        <p:txBody>
          <a:bodyPr vert="horz" lIns="0" tIns="45720" rIns="0" bIns="45720" rtlCol="0">
            <a:normAutofit/>
          </a:body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dirty="0"/>
              <a:t>Slides should have no more than 3 levels of text including 2 levels of bulleted text. If you find your content is creating more lines, please consider making another slide.</a:t>
            </a:r>
          </a:p>
          <a:p>
            <a:pPr lvl="0"/>
            <a:r>
              <a:rPr lang="en-US" dirty="0"/>
              <a:t> This is the first level bullet. First level should be 18pt or larger.</a:t>
            </a:r>
          </a:p>
          <a:p>
            <a:pPr lvl="2"/>
            <a:r>
              <a:rPr lang="en-US" dirty="0"/>
              <a:t>This is the second level bullet. Second level should be 12pt or larger.</a:t>
            </a:r>
          </a:p>
        </p:txBody>
      </p:sp>
      <p:sp>
        <p:nvSpPr>
          <p:cNvPr id="10" name="Slide Number Placeholder 5">
            <a:extLst>
              <a:ext uri="{FF2B5EF4-FFF2-40B4-BE49-F238E27FC236}">
                <a16:creationId xmlns:a16="http://schemas.microsoft.com/office/drawing/2014/main" id="{A029D616-7700-09CE-DFFD-886AEF52B600}"/>
              </a:ext>
            </a:extLst>
          </p:cNvPr>
          <p:cNvSpPr txBox="1">
            <a:spLocks/>
          </p:cNvSpPr>
          <p:nvPr userDrawn="1"/>
        </p:nvSpPr>
        <p:spPr>
          <a:xfrm>
            <a:off x="11341967" y="6328727"/>
            <a:ext cx="457200"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Medium"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C158F0-531B-4D8F-B6F9-8CC09C40F2A5}" type="slidenum">
              <a:rPr lang="en-US" sz="800" b="0" smtClean="0">
                <a:latin typeface="+mn-lt"/>
              </a:rPr>
              <a:pPr/>
              <a:t>‹#›</a:t>
            </a:fld>
            <a:endParaRPr lang="en-US" sz="800" b="0" dirty="0">
              <a:latin typeface="+mn-lt"/>
            </a:endParaRPr>
          </a:p>
        </p:txBody>
      </p:sp>
      <p:sp>
        <p:nvSpPr>
          <p:cNvPr id="11" name="Parallelogram 10">
            <a:extLst>
              <a:ext uri="{FF2B5EF4-FFF2-40B4-BE49-F238E27FC236}">
                <a16:creationId xmlns:a16="http://schemas.microsoft.com/office/drawing/2014/main" id="{FA66B1CA-4660-B446-9384-8CF6380FC536}"/>
              </a:ext>
            </a:extLst>
          </p:cNvPr>
          <p:cNvSpPr>
            <a:spLocks/>
          </p:cNvSpPr>
          <p:nvPr userDrawn="1"/>
        </p:nvSpPr>
        <p:spPr>
          <a:xfrm>
            <a:off x="11341967" y="6419849"/>
            <a:ext cx="228600" cy="182880"/>
          </a:xfrm>
          <a:prstGeom prst="parallelogram">
            <a:avLst>
              <a:gd name="adj" fmla="val 65506"/>
            </a:avLst>
          </a:prstGeom>
          <a:solidFill>
            <a:srgbClr val="FFC20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20">
            <a:extLst>
              <a:ext uri="{FF2B5EF4-FFF2-40B4-BE49-F238E27FC236}">
                <a16:creationId xmlns:a16="http://schemas.microsoft.com/office/drawing/2014/main" id="{E6AFFB61-0CD1-293C-7347-223664C23F79}"/>
              </a:ext>
            </a:extLst>
          </p:cNvPr>
          <p:cNvSpPr txBox="1">
            <a:spLocks noChangeArrowheads="1"/>
          </p:cNvSpPr>
          <p:nvPr userDrawn="1"/>
        </p:nvSpPr>
        <p:spPr bwMode="gray">
          <a:xfrm>
            <a:off x="9369861" y="6449734"/>
            <a:ext cx="1858968" cy="123111"/>
          </a:xfrm>
          <a:prstGeom prst="rect">
            <a:avLst/>
          </a:prstGeom>
          <a:noFill/>
          <a:ln w="9525">
            <a:noFill/>
            <a:miter lim="800000"/>
            <a:headEnd/>
            <a:tailEnd/>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rgbClr val="B4B4B9"/>
                </a:solidFill>
                <a:latin typeface="+mn-lt"/>
                <a:ea typeface="Open Sans" panose="020B0606030504020204" pitchFamily="34" charset="0"/>
                <a:cs typeface="Open Sans" panose="020B0606030504020204" pitchFamily="34" charset="0"/>
              </a:rPr>
              <a:t>Confidential | Zelis® All Rights Reserved </a:t>
            </a:r>
          </a:p>
        </p:txBody>
      </p:sp>
    </p:spTree>
    <p:extLst>
      <p:ext uri="{BB962C8B-B14F-4D97-AF65-F5344CB8AC3E}">
        <p14:creationId xmlns:p14="http://schemas.microsoft.com/office/powerpoint/2010/main" val="1245921018"/>
      </p:ext>
    </p:extLst>
  </p:cSld>
  <p:clrMap bg1="lt1" tx1="dk1" bg2="lt2" tx2="dk2" accent1="accent1" accent2="accent2" accent3="accent3" accent4="accent4" accent5="accent5" accent6="accent6" hlink="hlink" folHlink="folHlink"/>
  <p:sldLayoutIdLst>
    <p:sldLayoutId id="2147483672" r:id="rId1"/>
    <p:sldLayoutId id="2147483660" r:id="rId2"/>
    <p:sldLayoutId id="2147483662" r:id="rId3"/>
    <p:sldLayoutId id="2147483673" r:id="rId4"/>
    <p:sldLayoutId id="2147483650" r:id="rId5"/>
    <p:sldLayoutId id="2147483652" r:id="rId6"/>
    <p:sldLayoutId id="2147483653" r:id="rId7"/>
    <p:sldLayoutId id="2147483667" r:id="rId8"/>
    <p:sldLayoutId id="2147483661" r:id="rId9"/>
    <p:sldLayoutId id="2147483656" r:id="rId10"/>
    <p:sldLayoutId id="2147483665" r:id="rId11"/>
    <p:sldLayoutId id="2147483666" r:id="rId12"/>
    <p:sldLayoutId id="2147483668" r:id="rId13"/>
    <p:sldLayoutId id="2147483698" r:id="rId14"/>
    <p:sldLayoutId id="2147483670" r:id="rId15"/>
    <p:sldLayoutId id="2147483663" r:id="rId16"/>
  </p:sldLayoutIdLst>
  <p:hf hdr="0" ftr="0" dt="0"/>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182880" marR="0" indent="-182880" algn="l" defTabSz="914400" rtl="0" eaLnBrk="1" fontAlgn="auto" latinLnBrk="0" hangingPunct="1">
        <a:lnSpc>
          <a:spcPct val="100000"/>
        </a:lnSpc>
        <a:spcBef>
          <a:spcPts val="600"/>
        </a:spcBef>
        <a:spcAft>
          <a:spcPts val="600"/>
        </a:spcAft>
        <a:buClrTx/>
        <a:buSzTx/>
        <a:buFont typeface="Arial" panose="020B0604020202020204" pitchFamily="34" charset="0"/>
        <a:buChar char="•"/>
        <a:tabLst/>
        <a:defRPr sz="2000" kern="1200">
          <a:solidFill>
            <a:schemeClr val="tx1"/>
          </a:solidFill>
          <a:latin typeface="+mn-lt"/>
          <a:ea typeface="+mn-ea"/>
          <a:cs typeface="+mn-cs"/>
        </a:defRPr>
      </a:lvl1pPr>
      <a:lvl2pPr marL="457200" indent="-228600" algn="l" defTabSz="914400" rtl="0" eaLnBrk="1" latinLnBrk="0" hangingPunct="1">
        <a:lnSpc>
          <a:spcPct val="100000"/>
        </a:lnSpc>
        <a:spcBef>
          <a:spcPts val="600"/>
        </a:spcBef>
        <a:spcAft>
          <a:spcPts val="600"/>
        </a:spcAft>
        <a:buFont typeface="Arial" panose="020B0604020202020204" pitchFamily="34" charset="0"/>
        <a:buChar char="•"/>
        <a:defRPr sz="2000" kern="1200">
          <a:solidFill>
            <a:schemeClr val="tx1"/>
          </a:solidFill>
          <a:latin typeface="AvenirNext LT Pro Regular" panose="020B0504020202020204" pitchFamily="34" charset="0"/>
          <a:ea typeface="+mn-ea"/>
          <a:cs typeface="+mn-cs"/>
        </a:defRPr>
      </a:lvl2pPr>
      <a:lvl3pPr marL="457200" indent="-182880" algn="l" defTabSz="914400" rtl="0" eaLnBrk="1" latinLnBrk="0" hangingPunct="1">
        <a:lnSpc>
          <a:spcPct val="100000"/>
        </a:lnSpc>
        <a:spcBef>
          <a:spcPts val="600"/>
        </a:spcBef>
        <a:spcAft>
          <a:spcPts val="600"/>
        </a:spcAft>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A2CBA2E-D940-4B77-9754-8B0A13FDCAD2}"/>
              </a:ext>
            </a:extLst>
          </p:cNvPr>
          <p:cNvSpPr/>
          <p:nvPr userDrawn="1"/>
        </p:nvSpPr>
        <p:spPr>
          <a:xfrm>
            <a:off x="0" y="0"/>
            <a:ext cx="12192000" cy="6858000"/>
          </a:xfrm>
          <a:prstGeom prst="rect">
            <a:avLst/>
          </a:prstGeom>
          <a:solidFill>
            <a:srgbClr val="2300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11061296-2AD2-4C47-8FF9-2FBFB09631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This is the Master Slide. Please choose one of the child layouts.</a:t>
            </a:r>
          </a:p>
        </p:txBody>
      </p:sp>
      <p:sp>
        <p:nvSpPr>
          <p:cNvPr id="3" name="Text Placeholder 2">
            <a:extLst>
              <a:ext uri="{FF2B5EF4-FFF2-40B4-BE49-F238E27FC236}">
                <a16:creationId xmlns:a16="http://schemas.microsoft.com/office/drawing/2014/main" id="{D428A757-77FA-4A35-AAA0-9050D23129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dirty="0"/>
              <a:t>Slides should have no more than 3 levels of text including 2 levels of bulleted text. If you find your content is creating more lines, please consider making another slide.</a:t>
            </a:r>
          </a:p>
          <a:p>
            <a:pPr lvl="0"/>
            <a:r>
              <a:rPr lang="en-US" dirty="0"/>
              <a:t> This is the first level bullet. First level should be 18pt or larger.</a:t>
            </a:r>
          </a:p>
          <a:p>
            <a:pPr lvl="2"/>
            <a:r>
              <a:rPr lang="en-US" dirty="0"/>
              <a:t>This is the second level bullet. Second level should be 12pt or larger.</a:t>
            </a:r>
          </a:p>
        </p:txBody>
      </p:sp>
      <p:sp>
        <p:nvSpPr>
          <p:cNvPr id="5" name="Slide Number Placeholder 5">
            <a:extLst>
              <a:ext uri="{FF2B5EF4-FFF2-40B4-BE49-F238E27FC236}">
                <a16:creationId xmlns:a16="http://schemas.microsoft.com/office/drawing/2014/main" id="{0F329640-A5ED-4A55-5C34-E28FA46B4FFE}"/>
              </a:ext>
            </a:extLst>
          </p:cNvPr>
          <p:cNvSpPr txBox="1">
            <a:spLocks/>
          </p:cNvSpPr>
          <p:nvPr userDrawn="1"/>
        </p:nvSpPr>
        <p:spPr>
          <a:xfrm>
            <a:off x="11341967" y="6328727"/>
            <a:ext cx="457200" cy="365125"/>
          </a:xfrm>
          <a:prstGeom prst="rect">
            <a:avLst/>
          </a:prstGeom>
        </p:spPr>
        <p:txBody>
          <a:bodyPr vert="horz" lIns="0" tIns="45720" rIns="0" bIns="45720" rtlCol="0" anchor="ctr"/>
          <a:lstStyle>
            <a:defPPr>
              <a:defRPr lang="en-US"/>
            </a:defPPr>
            <a:lvl1pPr marL="0" algn="r" defTabSz="914400" rtl="0" eaLnBrk="1" latinLnBrk="0" hangingPunct="1">
              <a:defRPr sz="1100" b="1" kern="1200">
                <a:solidFill>
                  <a:schemeClr val="tx1"/>
                </a:solidFill>
                <a:latin typeface="AvenirNext LT Pro Medium" panose="020B05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8C158F0-531B-4D8F-B6F9-8CC09C40F2A5}" type="slidenum">
              <a:rPr lang="en-US" sz="800" b="0" smtClean="0">
                <a:solidFill>
                  <a:schemeClr val="bg1"/>
                </a:solidFill>
                <a:latin typeface="+mn-lt"/>
              </a:rPr>
              <a:pPr/>
              <a:t>‹#›</a:t>
            </a:fld>
            <a:endParaRPr lang="en-US" sz="800" b="0" dirty="0">
              <a:solidFill>
                <a:schemeClr val="bg1"/>
              </a:solidFill>
              <a:latin typeface="+mn-lt"/>
            </a:endParaRPr>
          </a:p>
        </p:txBody>
      </p:sp>
      <p:sp>
        <p:nvSpPr>
          <p:cNvPr id="6" name="Parallelogram 5">
            <a:extLst>
              <a:ext uri="{FF2B5EF4-FFF2-40B4-BE49-F238E27FC236}">
                <a16:creationId xmlns:a16="http://schemas.microsoft.com/office/drawing/2014/main" id="{DE37FF97-927E-462B-4BCD-404160EA7B2A}"/>
              </a:ext>
            </a:extLst>
          </p:cNvPr>
          <p:cNvSpPr>
            <a:spLocks/>
          </p:cNvSpPr>
          <p:nvPr userDrawn="1"/>
        </p:nvSpPr>
        <p:spPr>
          <a:xfrm>
            <a:off x="11341967" y="6419849"/>
            <a:ext cx="228600" cy="182880"/>
          </a:xfrm>
          <a:prstGeom prst="parallelogram">
            <a:avLst>
              <a:gd name="adj" fmla="val 65506"/>
            </a:avLst>
          </a:prstGeom>
          <a:solidFill>
            <a:srgbClr val="FFC20E"/>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20">
            <a:extLst>
              <a:ext uri="{FF2B5EF4-FFF2-40B4-BE49-F238E27FC236}">
                <a16:creationId xmlns:a16="http://schemas.microsoft.com/office/drawing/2014/main" id="{E56D3BE7-2461-89B2-131F-23DBD8E86F7C}"/>
              </a:ext>
            </a:extLst>
          </p:cNvPr>
          <p:cNvSpPr txBox="1">
            <a:spLocks noChangeArrowheads="1"/>
          </p:cNvSpPr>
          <p:nvPr userDrawn="1"/>
        </p:nvSpPr>
        <p:spPr bwMode="gray">
          <a:xfrm>
            <a:off x="9369861" y="6449734"/>
            <a:ext cx="1858968" cy="123111"/>
          </a:xfrm>
          <a:prstGeom prst="rect">
            <a:avLst/>
          </a:prstGeom>
          <a:noFill/>
          <a:ln w="9525">
            <a:noFill/>
            <a:miter lim="800000"/>
            <a:headEnd/>
            <a:tailEnd/>
          </a:ln>
        </p:spPr>
        <p:txBody>
          <a:bodyPr wrap="square" lIns="0" tIns="0" rIns="0" b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solidFill>
                  <a:schemeClr val="bg1"/>
                </a:solidFill>
                <a:latin typeface="+mn-lt"/>
                <a:ea typeface="Open Sans" panose="020B0606030504020204" pitchFamily="34" charset="0"/>
                <a:cs typeface="Open Sans" panose="020B0606030504020204" pitchFamily="34" charset="0"/>
              </a:rPr>
              <a:t>Confidential | Zelis® All Rights Reserved </a:t>
            </a:r>
          </a:p>
        </p:txBody>
      </p:sp>
    </p:spTree>
    <p:extLst>
      <p:ext uri="{BB962C8B-B14F-4D97-AF65-F5344CB8AC3E}">
        <p14:creationId xmlns:p14="http://schemas.microsoft.com/office/powerpoint/2010/main" val="918974413"/>
      </p:ext>
    </p:extLst>
  </p:cSld>
  <p:clrMap bg1="lt1" tx1="dk1" bg2="lt2" tx2="dk2" accent1="accent1" accent2="accent2" accent3="accent3" accent4="accent4" accent5="accent5" accent6="accent6" hlink="hlink" folHlink="folHlink"/>
  <p:sldLayoutIdLst>
    <p:sldLayoutId id="2147483671" r:id="rId1"/>
    <p:sldLayoutId id="2147483676"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9" r:id="rId14"/>
    <p:sldLayoutId id="2147483700" r:id="rId15"/>
    <p:sldLayoutId id="2147483697" r:id="rId16"/>
  </p:sldLayoutIdLst>
  <p:txStyles>
    <p:titleStyle>
      <a:lvl1pPr algn="l" defTabSz="914400" rtl="0" eaLnBrk="1" latinLnBrk="0" hangingPunct="1">
        <a:lnSpc>
          <a:spcPct val="90000"/>
        </a:lnSpc>
        <a:spcBef>
          <a:spcPct val="0"/>
        </a:spcBef>
        <a:buNone/>
        <a:defRPr sz="28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group of colorful animals">
            <a:extLst>
              <a:ext uri="{FF2B5EF4-FFF2-40B4-BE49-F238E27FC236}">
                <a16:creationId xmlns:a16="http://schemas.microsoft.com/office/drawing/2014/main" id="{A3ECA4C7-CFE5-94E5-268D-08A5DBD59EAA}"/>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14483" t="11417" r="17907" b="9250"/>
          <a:stretch>
            <a:fillRect/>
          </a:stretch>
        </p:blipFill>
        <p:spPr>
          <a:xfrm>
            <a:off x="1301971" y="3502764"/>
            <a:ext cx="2833801" cy="1477370"/>
          </a:xfrm>
        </p:spPr>
      </p:pic>
      <p:sp>
        <p:nvSpPr>
          <p:cNvPr id="3" name="Text Placeholder 2">
            <a:extLst>
              <a:ext uri="{FF2B5EF4-FFF2-40B4-BE49-F238E27FC236}">
                <a16:creationId xmlns:a16="http://schemas.microsoft.com/office/drawing/2014/main" id="{E93FB1C6-B07E-F97B-75CF-06313C7E0FE1}"/>
              </a:ext>
            </a:extLst>
          </p:cNvPr>
          <p:cNvSpPr>
            <a:spLocks noGrp="1"/>
          </p:cNvSpPr>
          <p:nvPr>
            <p:ph type="body" sz="quarter" idx="11"/>
          </p:nvPr>
        </p:nvSpPr>
        <p:spPr>
          <a:xfrm>
            <a:off x="731520" y="5268211"/>
            <a:ext cx="3200400" cy="457200"/>
          </a:xfrm>
        </p:spPr>
        <p:txBody>
          <a:bodyPr/>
          <a:lstStyle/>
          <a:p>
            <a:r>
              <a:rPr lang="en-US" dirty="0"/>
              <a:t>17</a:t>
            </a:r>
            <a:r>
              <a:rPr lang="en-US" baseline="30000" dirty="0"/>
              <a:t>th</a:t>
            </a:r>
            <a:r>
              <a:rPr lang="en-US" dirty="0"/>
              <a:t> October 2025</a:t>
            </a:r>
          </a:p>
        </p:txBody>
      </p:sp>
      <p:sp>
        <p:nvSpPr>
          <p:cNvPr id="4" name="Title 3">
            <a:extLst>
              <a:ext uri="{FF2B5EF4-FFF2-40B4-BE49-F238E27FC236}">
                <a16:creationId xmlns:a16="http://schemas.microsoft.com/office/drawing/2014/main" id="{6A369511-E83C-C6A3-B0A4-B00B6297C6CF}"/>
              </a:ext>
            </a:extLst>
          </p:cNvPr>
          <p:cNvSpPr>
            <a:spLocks noGrp="1"/>
          </p:cNvSpPr>
          <p:nvPr>
            <p:ph type="title"/>
          </p:nvPr>
        </p:nvSpPr>
        <p:spPr/>
        <p:txBody>
          <a:bodyPr/>
          <a:lstStyle/>
          <a:p>
            <a:r>
              <a:rPr lang="en-US" dirty="0"/>
              <a:t>Quantitative Comparison	</a:t>
            </a:r>
          </a:p>
        </p:txBody>
      </p:sp>
      <p:sp>
        <p:nvSpPr>
          <p:cNvPr id="5" name="Text Placeholder 4">
            <a:extLst>
              <a:ext uri="{FF2B5EF4-FFF2-40B4-BE49-F238E27FC236}">
                <a16:creationId xmlns:a16="http://schemas.microsoft.com/office/drawing/2014/main" id="{8FA6A6F4-178B-05A1-DA8B-3771EDDC072B}"/>
              </a:ext>
            </a:extLst>
          </p:cNvPr>
          <p:cNvSpPr>
            <a:spLocks noGrp="1"/>
          </p:cNvSpPr>
          <p:nvPr>
            <p:ph type="body" sz="quarter" idx="12"/>
          </p:nvPr>
        </p:nvSpPr>
        <p:spPr>
          <a:xfrm>
            <a:off x="731838" y="2886678"/>
            <a:ext cx="4511281" cy="1050925"/>
          </a:xfrm>
        </p:spPr>
        <p:txBody>
          <a:bodyPr/>
          <a:lstStyle/>
          <a:p>
            <a:r>
              <a:rPr lang="en-US" dirty="0"/>
              <a:t>Who wins in the race of time and space?</a:t>
            </a:r>
          </a:p>
        </p:txBody>
      </p:sp>
    </p:spTree>
    <p:extLst>
      <p:ext uri="{BB962C8B-B14F-4D97-AF65-F5344CB8AC3E}">
        <p14:creationId xmlns:p14="http://schemas.microsoft.com/office/powerpoint/2010/main" val="17378520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FEF632D-ECEF-F038-2BCF-1EADEF2AAC6B}"/>
              </a:ext>
            </a:extLst>
          </p:cNvPr>
          <p:cNvSpPr>
            <a:spLocks noGrp="1"/>
          </p:cNvSpPr>
          <p:nvPr>
            <p:ph type="body" sz="quarter" idx="17"/>
          </p:nvPr>
        </p:nvSpPr>
        <p:spPr/>
        <p:txBody>
          <a:bodyPr/>
          <a:lstStyle/>
          <a:p>
            <a:r>
              <a:rPr lang="en-US" dirty="0"/>
              <a:t>Conclusions &amp; Next steps</a:t>
            </a:r>
          </a:p>
        </p:txBody>
      </p:sp>
      <p:sp>
        <p:nvSpPr>
          <p:cNvPr id="6" name="Text Placeholder 5">
            <a:extLst>
              <a:ext uri="{FF2B5EF4-FFF2-40B4-BE49-F238E27FC236}">
                <a16:creationId xmlns:a16="http://schemas.microsoft.com/office/drawing/2014/main" id="{D883AB05-83F3-427A-1682-8C5AF677446D}"/>
              </a:ext>
            </a:extLst>
          </p:cNvPr>
          <p:cNvSpPr>
            <a:spLocks noGrp="1"/>
          </p:cNvSpPr>
          <p:nvPr>
            <p:ph type="body" sz="quarter" idx="19"/>
          </p:nvPr>
        </p:nvSpPr>
        <p:spPr/>
        <p:txBody>
          <a:bodyPr/>
          <a:lstStyle/>
          <a:p>
            <a:r>
              <a:rPr lang="en-US" dirty="0"/>
              <a:t>Observations &amp; Results - Preprocessing</a:t>
            </a:r>
          </a:p>
        </p:txBody>
      </p:sp>
      <p:sp>
        <p:nvSpPr>
          <p:cNvPr id="2" name="Text Placeholder 1">
            <a:extLst>
              <a:ext uri="{FF2B5EF4-FFF2-40B4-BE49-F238E27FC236}">
                <a16:creationId xmlns:a16="http://schemas.microsoft.com/office/drawing/2014/main" id="{373D8853-8D1D-555B-BCB7-6922075E5386}"/>
              </a:ext>
            </a:extLst>
          </p:cNvPr>
          <p:cNvSpPr>
            <a:spLocks noGrp="1"/>
          </p:cNvSpPr>
          <p:nvPr>
            <p:ph type="body" sz="quarter" idx="13"/>
          </p:nvPr>
        </p:nvSpPr>
        <p:spPr/>
        <p:txBody>
          <a:bodyPr/>
          <a:lstStyle/>
          <a:p>
            <a:r>
              <a:rPr lang="en-US" dirty="0"/>
              <a:t>Introduction</a:t>
            </a:r>
          </a:p>
        </p:txBody>
      </p:sp>
      <p:sp>
        <p:nvSpPr>
          <p:cNvPr id="3" name="Text Placeholder 2">
            <a:extLst>
              <a:ext uri="{FF2B5EF4-FFF2-40B4-BE49-F238E27FC236}">
                <a16:creationId xmlns:a16="http://schemas.microsoft.com/office/drawing/2014/main" id="{5770E568-F54D-4B79-D0B5-13C68177D943}"/>
              </a:ext>
            </a:extLst>
          </p:cNvPr>
          <p:cNvSpPr>
            <a:spLocks noGrp="1"/>
          </p:cNvSpPr>
          <p:nvPr>
            <p:ph type="body" sz="quarter" idx="16"/>
          </p:nvPr>
        </p:nvSpPr>
        <p:spPr/>
        <p:txBody>
          <a:bodyPr/>
          <a:lstStyle/>
          <a:p>
            <a:r>
              <a:rPr lang="en-US" dirty="0"/>
              <a:t>Observations &amp; Results – Searching</a:t>
            </a:r>
          </a:p>
        </p:txBody>
      </p:sp>
      <p:sp>
        <p:nvSpPr>
          <p:cNvPr id="5" name="Text Placeholder 4">
            <a:extLst>
              <a:ext uri="{FF2B5EF4-FFF2-40B4-BE49-F238E27FC236}">
                <a16:creationId xmlns:a16="http://schemas.microsoft.com/office/drawing/2014/main" id="{A23424CE-9B36-2307-05F7-3BB1921F1F6C}"/>
              </a:ext>
            </a:extLst>
          </p:cNvPr>
          <p:cNvSpPr>
            <a:spLocks noGrp="1"/>
          </p:cNvSpPr>
          <p:nvPr>
            <p:ph type="body" sz="quarter" idx="18"/>
          </p:nvPr>
        </p:nvSpPr>
        <p:spPr/>
        <p:txBody>
          <a:bodyPr/>
          <a:lstStyle/>
          <a:p>
            <a:r>
              <a:rPr lang="en-US" dirty="0"/>
              <a:t>Experiment Setup</a:t>
            </a:r>
          </a:p>
        </p:txBody>
      </p:sp>
      <p:sp>
        <p:nvSpPr>
          <p:cNvPr id="7" name="Rectangle 6">
            <a:extLst>
              <a:ext uri="{FF2B5EF4-FFF2-40B4-BE49-F238E27FC236}">
                <a16:creationId xmlns:a16="http://schemas.microsoft.com/office/drawing/2014/main" id="{035A6365-2118-8FFE-73EB-56E3819A5E23}"/>
              </a:ext>
            </a:extLst>
          </p:cNvPr>
          <p:cNvSpPr/>
          <p:nvPr/>
        </p:nvSpPr>
        <p:spPr>
          <a:xfrm>
            <a:off x="385893" y="276837"/>
            <a:ext cx="2894201" cy="8137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rgbClr val="320FFF"/>
                </a:solidFill>
              </a:rPr>
              <a:t>Contents</a:t>
            </a:r>
          </a:p>
        </p:txBody>
      </p:sp>
    </p:spTree>
    <p:extLst>
      <p:ext uri="{BB962C8B-B14F-4D97-AF65-F5344CB8AC3E}">
        <p14:creationId xmlns:p14="http://schemas.microsoft.com/office/powerpoint/2010/main" val="2366409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BCDFBC0-E779-1F64-4366-4F9D79ABCCCE}"/>
              </a:ext>
            </a:extLst>
          </p:cNvPr>
          <p:cNvSpPr>
            <a:spLocks noGrp="1"/>
          </p:cNvSpPr>
          <p:nvPr>
            <p:ph type="body" idx="1"/>
          </p:nvPr>
        </p:nvSpPr>
        <p:spPr/>
        <p:txBody>
          <a:bodyPr/>
          <a:lstStyle/>
          <a:p>
            <a:pPr algn="ctr"/>
            <a:r>
              <a:rPr lang="en-US" dirty="0"/>
              <a:t>Python</a:t>
            </a:r>
          </a:p>
          <a:p>
            <a:endParaRPr lang="en-US" dirty="0"/>
          </a:p>
        </p:txBody>
      </p:sp>
      <p:sp>
        <p:nvSpPr>
          <p:cNvPr id="3" name="Text Placeholder 2">
            <a:extLst>
              <a:ext uri="{FF2B5EF4-FFF2-40B4-BE49-F238E27FC236}">
                <a16:creationId xmlns:a16="http://schemas.microsoft.com/office/drawing/2014/main" id="{5D4F1B6E-773A-CF0D-239F-DA2C9D3B84C6}"/>
              </a:ext>
            </a:extLst>
          </p:cNvPr>
          <p:cNvSpPr>
            <a:spLocks noGrp="1"/>
          </p:cNvSpPr>
          <p:nvPr>
            <p:ph type="body" sz="quarter" idx="3"/>
          </p:nvPr>
        </p:nvSpPr>
        <p:spPr/>
        <p:txBody>
          <a:bodyPr/>
          <a:lstStyle/>
          <a:p>
            <a:pPr algn="ctr"/>
            <a:r>
              <a:rPr lang="en-US" dirty="0"/>
              <a:t>Rust</a:t>
            </a:r>
          </a:p>
          <a:p>
            <a:pPr algn="ctr"/>
            <a:endParaRPr lang="en-US" dirty="0"/>
          </a:p>
        </p:txBody>
      </p:sp>
      <p:sp>
        <p:nvSpPr>
          <p:cNvPr id="5" name="Text Placeholder 4">
            <a:extLst>
              <a:ext uri="{FF2B5EF4-FFF2-40B4-BE49-F238E27FC236}">
                <a16:creationId xmlns:a16="http://schemas.microsoft.com/office/drawing/2014/main" id="{DEC8DD5B-1B92-0423-9A33-4AE492770CC9}"/>
              </a:ext>
            </a:extLst>
          </p:cNvPr>
          <p:cNvSpPr>
            <a:spLocks noGrp="1"/>
          </p:cNvSpPr>
          <p:nvPr>
            <p:ph type="body" sz="quarter" idx="13"/>
          </p:nvPr>
        </p:nvSpPr>
        <p:spPr/>
        <p:txBody>
          <a:bodyPr/>
          <a:lstStyle/>
          <a:p>
            <a:r>
              <a:rPr lang="en-US" dirty="0"/>
              <a:t>Introduction</a:t>
            </a:r>
          </a:p>
          <a:p>
            <a:endParaRPr lang="en-US" dirty="0"/>
          </a:p>
          <a:p>
            <a:endParaRPr lang="en-US" dirty="0"/>
          </a:p>
        </p:txBody>
      </p:sp>
      <p:sp>
        <p:nvSpPr>
          <p:cNvPr id="6" name="Title 5">
            <a:extLst>
              <a:ext uri="{FF2B5EF4-FFF2-40B4-BE49-F238E27FC236}">
                <a16:creationId xmlns:a16="http://schemas.microsoft.com/office/drawing/2014/main" id="{E378A50C-CF43-B9D3-16C9-EF8C66154E2E}"/>
              </a:ext>
            </a:extLst>
          </p:cNvPr>
          <p:cNvSpPr>
            <a:spLocks noGrp="1"/>
          </p:cNvSpPr>
          <p:nvPr>
            <p:ph type="title"/>
          </p:nvPr>
        </p:nvSpPr>
        <p:spPr/>
        <p:txBody>
          <a:bodyPr/>
          <a:lstStyle/>
          <a:p>
            <a:r>
              <a:rPr lang="en-US" dirty="0"/>
              <a:t>Quantitatively assess who does better in the race of time and space. </a:t>
            </a:r>
            <a:br>
              <a:rPr lang="en-US" dirty="0"/>
            </a:br>
            <a:endParaRPr lang="en-US" dirty="0"/>
          </a:p>
        </p:txBody>
      </p:sp>
      <p:sp>
        <p:nvSpPr>
          <p:cNvPr id="8" name="Content Placeholder 4">
            <a:extLst>
              <a:ext uri="{FF2B5EF4-FFF2-40B4-BE49-F238E27FC236}">
                <a16:creationId xmlns:a16="http://schemas.microsoft.com/office/drawing/2014/main" id="{B17FCAAD-D380-782C-FFC4-1CF4F1802763}"/>
              </a:ext>
            </a:extLst>
          </p:cNvPr>
          <p:cNvSpPr txBox="1">
            <a:spLocks/>
          </p:cNvSpPr>
          <p:nvPr/>
        </p:nvSpPr>
        <p:spPr>
          <a:xfrm>
            <a:off x="642769" y="2011680"/>
            <a:ext cx="5212080" cy="4297680"/>
          </a:xfrm>
          <a:prstGeom prst="rect">
            <a:avLst/>
          </a:prstGeom>
        </p:spPr>
        <p:txBody>
          <a:bodyPr vert="horz" lIns="0" tIns="45720" rIns="0" bIns="45720" rtlCol="0">
            <a:normAutofit/>
          </a:bodyPr>
          <a:lstStyle>
            <a:lvl1pPr marL="0" marR="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sz="1400" kern="1200">
                <a:solidFill>
                  <a:schemeClr val="tx1"/>
                </a:solidFill>
                <a:latin typeface="+mn-lt"/>
                <a:ea typeface="+mn-ea"/>
                <a:cs typeface="+mn-cs"/>
              </a:defRPr>
            </a:lvl1pPr>
            <a:lvl2pPr marL="182880" indent="-182880" algn="l" defTabSz="914400" rtl="0" eaLnBrk="1" latinLnBrk="0" hangingPunct="1">
              <a:lnSpc>
                <a:spcPct val="100000"/>
              </a:lnSpc>
              <a:spcBef>
                <a:spcPts val="600"/>
              </a:spcBef>
              <a:spcAft>
                <a:spcPts val="600"/>
              </a:spcAft>
              <a:buFont typeface="Arial" panose="020B0604020202020204" pitchFamily="34" charset="0"/>
              <a:buChar char="•"/>
              <a:defRPr sz="1400" kern="1200">
                <a:solidFill>
                  <a:schemeClr val="tx1"/>
                </a:solidFill>
                <a:latin typeface="+mn-lt"/>
                <a:ea typeface="+mn-ea"/>
                <a:cs typeface="+mn-cs"/>
              </a:defRPr>
            </a:lvl2pPr>
            <a:lvl3pPr marL="365760" indent="-182880" algn="l" defTabSz="914400" rtl="0" eaLnBrk="1" latinLnBrk="0" hangingPunct="1">
              <a:lnSpc>
                <a:spcPct val="100000"/>
              </a:lnSpc>
              <a:spcBef>
                <a:spcPts val="600"/>
              </a:spcBef>
              <a:spcAft>
                <a:spcPts val="600"/>
              </a:spcAft>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Interpreted Language</a:t>
            </a:r>
          </a:p>
          <a:p>
            <a:pPr marL="285750" indent="-285750">
              <a:buFont typeface="Arial" panose="020B0604020202020204" pitchFamily="34" charset="0"/>
              <a:buChar char="•"/>
            </a:pPr>
            <a:r>
              <a:rPr lang="en-US" dirty="0"/>
              <a:t>Ease of Use</a:t>
            </a:r>
          </a:p>
          <a:p>
            <a:pPr marL="285750" indent="-285750">
              <a:buFont typeface="Arial" panose="020B0604020202020204" pitchFamily="34" charset="0"/>
              <a:buChar char="•"/>
            </a:pPr>
            <a:r>
              <a:rPr lang="en-US" b="1" dirty="0"/>
              <a:t>Memory Management (</a:t>
            </a:r>
            <a:r>
              <a:rPr lang="en-US" dirty="0"/>
              <a:t>Uses automatic garbage collection)</a:t>
            </a:r>
          </a:p>
          <a:p>
            <a:pPr marL="285750" indent="-285750">
              <a:buFont typeface="Arial" panose="020B0604020202020204" pitchFamily="34" charset="0"/>
              <a:buChar char="•"/>
            </a:pPr>
            <a:r>
              <a:rPr lang="en-US" dirty="0"/>
              <a:t>Exceptionally rich library support for </a:t>
            </a:r>
            <a:r>
              <a:rPr lang="en-US" b="1" dirty="0"/>
              <a:t>data science</a:t>
            </a:r>
          </a:p>
          <a:p>
            <a:pPr marL="285750" indent="-285750">
              <a:buFont typeface="Arial" panose="020B0604020202020204" pitchFamily="34" charset="0"/>
              <a:buChar char="•"/>
            </a:pPr>
            <a:r>
              <a:rPr lang="en-US" dirty="0"/>
              <a:t>Faster development and experimentation cycles</a:t>
            </a:r>
          </a:p>
          <a:p>
            <a:pPr marL="285750" indent="-285750">
              <a:buFont typeface="Arial" panose="020B0604020202020204" pitchFamily="34" charset="0"/>
              <a:buChar char="•"/>
            </a:pPr>
            <a:r>
              <a:rPr lang="en-US" dirty="0"/>
              <a:t>Parallelism(Constrained by GIL)</a:t>
            </a:r>
          </a:p>
          <a:p>
            <a:pPr marL="285750" indent="-285750">
              <a:buFont typeface="Arial" panose="020B0604020202020204" pitchFamily="34" charset="0"/>
              <a:buChar char="•"/>
            </a:pPr>
            <a:r>
              <a:rPr lang="en-US" dirty="0"/>
              <a:t>Error Handling</a:t>
            </a:r>
            <a:endParaRPr lang="en-US" b="1" dirty="0"/>
          </a:p>
        </p:txBody>
      </p:sp>
      <p:sp>
        <p:nvSpPr>
          <p:cNvPr id="9" name="Content Placeholder 1">
            <a:extLst>
              <a:ext uri="{FF2B5EF4-FFF2-40B4-BE49-F238E27FC236}">
                <a16:creationId xmlns:a16="http://schemas.microsoft.com/office/drawing/2014/main" id="{3C4240DD-C183-E34E-6A12-44C423E8AA64}"/>
              </a:ext>
            </a:extLst>
          </p:cNvPr>
          <p:cNvSpPr txBox="1">
            <a:spLocks/>
          </p:cNvSpPr>
          <p:nvPr/>
        </p:nvSpPr>
        <p:spPr>
          <a:xfrm>
            <a:off x="6337153" y="2011680"/>
            <a:ext cx="5212080" cy="4297680"/>
          </a:xfrm>
          <a:prstGeom prst="rect">
            <a:avLst/>
          </a:prstGeom>
        </p:spPr>
        <p:txBody>
          <a:bodyPr vert="horz" lIns="0" tIns="45720" rIns="0" bIns="45720" rtlCol="0">
            <a:normAutofit/>
          </a:bodyPr>
          <a:lstStyle>
            <a:lvl1pPr marL="0" marR="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sz="1400" kern="1200">
                <a:solidFill>
                  <a:schemeClr val="tx1"/>
                </a:solidFill>
                <a:latin typeface="+mn-lt"/>
                <a:ea typeface="+mn-ea"/>
                <a:cs typeface="+mn-cs"/>
              </a:defRPr>
            </a:lvl1pPr>
            <a:lvl2pPr marL="182880" indent="-182880" algn="l" defTabSz="914400" rtl="0" eaLnBrk="1" latinLnBrk="0" hangingPunct="1">
              <a:lnSpc>
                <a:spcPct val="100000"/>
              </a:lnSpc>
              <a:spcBef>
                <a:spcPts val="600"/>
              </a:spcBef>
              <a:spcAft>
                <a:spcPts val="600"/>
              </a:spcAft>
              <a:buFont typeface="Arial" panose="020B0604020202020204" pitchFamily="34" charset="0"/>
              <a:buChar char="•"/>
              <a:defRPr sz="1400" kern="1200">
                <a:solidFill>
                  <a:schemeClr val="tx1"/>
                </a:solidFill>
                <a:latin typeface="+mn-lt"/>
                <a:ea typeface="+mn-ea"/>
                <a:cs typeface="+mn-cs"/>
              </a:defRPr>
            </a:lvl2pPr>
            <a:lvl3pPr marL="365760" indent="-182880" algn="l" defTabSz="914400" rtl="0" eaLnBrk="1" latinLnBrk="0" hangingPunct="1">
              <a:lnSpc>
                <a:spcPct val="100000"/>
              </a:lnSpc>
              <a:spcBef>
                <a:spcPts val="600"/>
              </a:spcBef>
              <a:spcAft>
                <a:spcPts val="600"/>
              </a:spcAft>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Compiler Language</a:t>
            </a:r>
          </a:p>
          <a:p>
            <a:pPr marL="285750" indent="-285750">
              <a:buFont typeface="Arial" panose="020B0604020202020204" pitchFamily="34" charset="0"/>
              <a:buChar char="•"/>
            </a:pPr>
            <a:r>
              <a:rPr lang="en-US" dirty="0"/>
              <a:t>Suitable for performance-critical applications</a:t>
            </a:r>
          </a:p>
          <a:p>
            <a:pPr marL="285750" indent="-285750">
              <a:buFont typeface="Arial" panose="020B0604020202020204" pitchFamily="34" charset="0"/>
              <a:buChar char="•"/>
            </a:pPr>
            <a:r>
              <a:rPr lang="en-US" dirty="0"/>
              <a:t>Uses an </a:t>
            </a:r>
            <a:r>
              <a:rPr lang="en-US" b="1" dirty="0"/>
              <a:t>ownership model</a:t>
            </a:r>
            <a:r>
              <a:rPr lang="en-US" dirty="0"/>
              <a:t> for safe and deterministic memory handling.</a:t>
            </a:r>
          </a:p>
          <a:p>
            <a:pPr marL="285750" indent="-285750">
              <a:buFont typeface="Arial" panose="020B0604020202020204" pitchFamily="34" charset="0"/>
              <a:buChar char="•"/>
            </a:pPr>
            <a:r>
              <a:rPr lang="en-US" dirty="0"/>
              <a:t>Enforces strong compile-time checks</a:t>
            </a:r>
          </a:p>
          <a:p>
            <a:pPr marL="285750" indent="-285750">
              <a:buFont typeface="Arial" panose="020B0604020202020204" pitchFamily="34" charset="0"/>
              <a:buChar char="•"/>
            </a:pPr>
            <a:r>
              <a:rPr lang="en-US" dirty="0"/>
              <a:t>Concurrency</a:t>
            </a:r>
          </a:p>
          <a:p>
            <a:pPr marL="285750" indent="-285750">
              <a:buFont typeface="Arial" panose="020B0604020202020204" pitchFamily="34" charset="0"/>
              <a:buChar char="•"/>
            </a:pPr>
            <a:r>
              <a:rPr lang="en-US" dirty="0"/>
              <a:t>Growing ecosystem (notably </a:t>
            </a:r>
            <a:r>
              <a:rPr lang="en-US" b="1" dirty="0"/>
              <a:t>Polars</a:t>
            </a:r>
            <a:r>
              <a:rPr lang="en-US" dirty="0"/>
              <a:t>, </a:t>
            </a:r>
            <a:r>
              <a:rPr lang="en-US" b="1" dirty="0" err="1"/>
              <a:t>ndarray</a:t>
            </a:r>
            <a:r>
              <a:rPr lang="en-US" dirty="0"/>
              <a:t>, </a:t>
            </a:r>
            <a:r>
              <a:rPr lang="en-US" b="1" dirty="0"/>
              <a:t>Arrow</a:t>
            </a:r>
            <a:r>
              <a:rPr lang="en-US" dirty="0"/>
              <a:t> for data processing).</a:t>
            </a:r>
          </a:p>
          <a:p>
            <a:pPr marL="285750" indent="-285750">
              <a:buFont typeface="Arial" panose="020B0604020202020204" pitchFamily="34" charset="0"/>
              <a:buChar char="•"/>
            </a:pPr>
            <a:r>
              <a:rPr lang="en-US" dirty="0"/>
              <a:t>Best suited for high-performance</a:t>
            </a:r>
          </a:p>
        </p:txBody>
      </p:sp>
    </p:spTree>
    <p:extLst>
      <p:ext uri="{BB962C8B-B14F-4D97-AF65-F5344CB8AC3E}">
        <p14:creationId xmlns:p14="http://schemas.microsoft.com/office/powerpoint/2010/main" val="939581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EEA5F-F16B-02F8-8868-E9456BFEBDD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B391781-1F28-CF63-01C6-A0DAD61C6C54}"/>
              </a:ext>
            </a:extLst>
          </p:cNvPr>
          <p:cNvSpPr>
            <a:spLocks noGrp="1"/>
          </p:cNvSpPr>
          <p:nvPr>
            <p:ph type="body" sz="quarter" idx="13"/>
          </p:nvPr>
        </p:nvSpPr>
        <p:spPr/>
        <p:txBody>
          <a:bodyPr/>
          <a:lstStyle/>
          <a:p>
            <a:r>
              <a:rPr lang="en-US" sz="2400" dirty="0"/>
              <a:t>Experimental Setup</a:t>
            </a:r>
          </a:p>
          <a:p>
            <a:endParaRPr lang="en-US" sz="2400" dirty="0"/>
          </a:p>
        </p:txBody>
      </p:sp>
      <p:sp>
        <p:nvSpPr>
          <p:cNvPr id="4" name="Title 3">
            <a:extLst>
              <a:ext uri="{FF2B5EF4-FFF2-40B4-BE49-F238E27FC236}">
                <a16:creationId xmlns:a16="http://schemas.microsoft.com/office/drawing/2014/main" id="{1B6E5921-23AB-7899-FAAF-8F7DBD9D6454}"/>
              </a:ext>
            </a:extLst>
          </p:cNvPr>
          <p:cNvSpPr>
            <a:spLocks noGrp="1"/>
          </p:cNvSpPr>
          <p:nvPr>
            <p:ph type="title"/>
          </p:nvPr>
        </p:nvSpPr>
        <p:spPr>
          <a:xfrm>
            <a:off x="365760" y="1103547"/>
            <a:ext cx="10972800" cy="731520"/>
          </a:xfrm>
        </p:spPr>
        <p:txBody>
          <a:bodyPr/>
          <a:lstStyle/>
          <a:p>
            <a:r>
              <a:rPr lang="en-US" sz="2000" dirty="0"/>
              <a:t>We are assessing performance and memory in two scenarios </a:t>
            </a:r>
          </a:p>
        </p:txBody>
      </p:sp>
      <p:sp>
        <p:nvSpPr>
          <p:cNvPr id="6" name="Content Placeholder 1">
            <a:extLst>
              <a:ext uri="{FF2B5EF4-FFF2-40B4-BE49-F238E27FC236}">
                <a16:creationId xmlns:a16="http://schemas.microsoft.com/office/drawing/2014/main" id="{78731D8D-4599-EC52-C802-E14808D28F43}"/>
              </a:ext>
            </a:extLst>
          </p:cNvPr>
          <p:cNvSpPr txBox="1">
            <a:spLocks/>
          </p:cNvSpPr>
          <p:nvPr/>
        </p:nvSpPr>
        <p:spPr>
          <a:xfrm>
            <a:off x="6309360" y="1882354"/>
            <a:ext cx="5212080" cy="4297680"/>
          </a:xfrm>
          <a:prstGeom prst="rect">
            <a:avLst/>
          </a:prstGeom>
        </p:spPr>
        <p:txBody>
          <a:bodyPr vert="horz" lIns="0" tIns="45720" rIns="0" bIns="45720" rtlCol="0">
            <a:normAutofit/>
          </a:bodyPr>
          <a:lstStyle>
            <a:lvl1pPr marL="0" marR="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sz="1400" kern="1200">
                <a:solidFill>
                  <a:schemeClr val="tx1"/>
                </a:solidFill>
                <a:latin typeface="+mn-lt"/>
                <a:ea typeface="+mn-ea"/>
                <a:cs typeface="+mn-cs"/>
              </a:defRPr>
            </a:lvl1pPr>
            <a:lvl2pPr marL="182880" indent="-182880" algn="l" defTabSz="914400" rtl="0" eaLnBrk="1" latinLnBrk="0" hangingPunct="1">
              <a:lnSpc>
                <a:spcPct val="100000"/>
              </a:lnSpc>
              <a:spcBef>
                <a:spcPts val="600"/>
              </a:spcBef>
              <a:spcAft>
                <a:spcPts val="600"/>
              </a:spcAft>
              <a:buFont typeface="Arial" panose="020B0604020202020204" pitchFamily="34" charset="0"/>
              <a:buChar char="•"/>
              <a:defRPr sz="1400" kern="1200">
                <a:solidFill>
                  <a:schemeClr val="tx1"/>
                </a:solidFill>
                <a:latin typeface="+mn-lt"/>
                <a:ea typeface="+mn-ea"/>
                <a:cs typeface="+mn-cs"/>
              </a:defRPr>
            </a:lvl2pPr>
            <a:lvl3pPr marL="365760" indent="-182880" algn="l" defTabSz="914400" rtl="0" eaLnBrk="1" latinLnBrk="0" hangingPunct="1">
              <a:lnSpc>
                <a:spcPct val="100000"/>
              </a:lnSpc>
              <a:spcBef>
                <a:spcPts val="600"/>
              </a:spcBef>
              <a:spcAft>
                <a:spcPts val="600"/>
              </a:spcAft>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1" dirty="0"/>
              <a:t>Searching Algorithms</a:t>
            </a:r>
          </a:p>
          <a:p>
            <a:pPr algn="ctr"/>
            <a:endParaRPr lang="en-US" sz="1800" dirty="0"/>
          </a:p>
          <a:p>
            <a:pPr marL="285750" indent="-285750">
              <a:buFont typeface="Arial" panose="020B0604020202020204" pitchFamily="34" charset="0"/>
              <a:buChar char="•"/>
            </a:pPr>
            <a:r>
              <a:rPr lang="en-US" sz="1800" dirty="0"/>
              <a:t>Linear Search </a:t>
            </a:r>
          </a:p>
          <a:p>
            <a:pPr marL="285750" indent="-285750">
              <a:buFont typeface="Arial" panose="020B0604020202020204" pitchFamily="34" charset="0"/>
              <a:buChar char="•"/>
            </a:pPr>
            <a:r>
              <a:rPr lang="en-US" sz="1800" dirty="0"/>
              <a:t>Binary Search</a:t>
            </a:r>
          </a:p>
          <a:p>
            <a:pPr marL="285750" indent="-285750">
              <a:buFont typeface="Arial" panose="020B0604020202020204" pitchFamily="34" charset="0"/>
              <a:buChar char="•"/>
            </a:pPr>
            <a:r>
              <a:rPr lang="en-US" sz="1800" dirty="0"/>
              <a:t>Interpolation Search</a:t>
            </a:r>
          </a:p>
          <a:p>
            <a:pPr marL="285750" indent="-285750">
              <a:buFont typeface="Arial" panose="020B0604020202020204" pitchFamily="34" charset="0"/>
              <a:buChar char="•"/>
            </a:pPr>
            <a:r>
              <a:rPr lang="en-US" sz="1800" dirty="0"/>
              <a:t>Jump Search</a:t>
            </a:r>
          </a:p>
        </p:txBody>
      </p:sp>
      <p:sp>
        <p:nvSpPr>
          <p:cNvPr id="7" name="Content Placeholder 4">
            <a:extLst>
              <a:ext uri="{FF2B5EF4-FFF2-40B4-BE49-F238E27FC236}">
                <a16:creationId xmlns:a16="http://schemas.microsoft.com/office/drawing/2014/main" id="{D27F1951-2091-9BBA-A7E2-07AE02110F91}"/>
              </a:ext>
            </a:extLst>
          </p:cNvPr>
          <p:cNvSpPr txBox="1">
            <a:spLocks/>
          </p:cNvSpPr>
          <p:nvPr/>
        </p:nvSpPr>
        <p:spPr>
          <a:xfrm>
            <a:off x="518160" y="1889760"/>
            <a:ext cx="5212080" cy="4297680"/>
          </a:xfrm>
          <a:prstGeom prst="rect">
            <a:avLst/>
          </a:prstGeom>
        </p:spPr>
        <p:txBody>
          <a:bodyPr vert="horz" lIns="0" tIns="45720" rIns="0" bIns="45720" rtlCol="0">
            <a:normAutofit/>
          </a:bodyPr>
          <a:lstStyle>
            <a:lvl1pPr marL="0" marR="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sz="1400" kern="1200">
                <a:solidFill>
                  <a:schemeClr val="tx1"/>
                </a:solidFill>
                <a:latin typeface="+mn-lt"/>
                <a:ea typeface="+mn-ea"/>
                <a:cs typeface="+mn-cs"/>
              </a:defRPr>
            </a:lvl1pPr>
            <a:lvl2pPr marL="182880" indent="-182880" algn="l" defTabSz="914400" rtl="0" eaLnBrk="1" latinLnBrk="0" hangingPunct="1">
              <a:lnSpc>
                <a:spcPct val="100000"/>
              </a:lnSpc>
              <a:spcBef>
                <a:spcPts val="600"/>
              </a:spcBef>
              <a:spcAft>
                <a:spcPts val="600"/>
              </a:spcAft>
              <a:buFont typeface="Arial" panose="020B0604020202020204" pitchFamily="34" charset="0"/>
              <a:buChar char="•"/>
              <a:defRPr sz="1400" kern="1200">
                <a:solidFill>
                  <a:schemeClr val="tx1"/>
                </a:solidFill>
                <a:latin typeface="+mn-lt"/>
                <a:ea typeface="+mn-ea"/>
                <a:cs typeface="+mn-cs"/>
              </a:defRPr>
            </a:lvl2pPr>
            <a:lvl3pPr marL="365760" indent="-182880" algn="l" defTabSz="914400" rtl="0" eaLnBrk="1" latinLnBrk="0" hangingPunct="1">
              <a:lnSpc>
                <a:spcPct val="100000"/>
              </a:lnSpc>
              <a:spcBef>
                <a:spcPts val="600"/>
              </a:spcBef>
              <a:spcAft>
                <a:spcPts val="600"/>
              </a:spcAft>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Next LT Pro Regular"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800" b="1" dirty="0"/>
              <a:t>Preprocessing</a:t>
            </a:r>
          </a:p>
          <a:p>
            <a:endParaRPr lang="en-US" sz="1800" dirty="0"/>
          </a:p>
          <a:p>
            <a:pPr marL="285750" indent="-285750">
              <a:buFont typeface="Arial" panose="020B0604020202020204" pitchFamily="34" charset="0"/>
              <a:buChar char="•"/>
            </a:pPr>
            <a:r>
              <a:rPr lang="en-US" sz="1800" dirty="0"/>
              <a:t>Detect Column types</a:t>
            </a:r>
          </a:p>
          <a:p>
            <a:pPr marL="285750" indent="-285750">
              <a:buFont typeface="Arial" panose="020B0604020202020204" pitchFamily="34" charset="0"/>
              <a:buChar char="•"/>
            </a:pPr>
            <a:r>
              <a:rPr lang="en-US" sz="1800" dirty="0"/>
              <a:t>Missing value detection</a:t>
            </a:r>
          </a:p>
          <a:p>
            <a:pPr marL="285750" indent="-285750">
              <a:buFont typeface="Arial" panose="020B0604020202020204" pitchFamily="34" charset="0"/>
              <a:buChar char="•"/>
            </a:pPr>
            <a:r>
              <a:rPr lang="en-US" sz="1800" dirty="0"/>
              <a:t>Imputation</a:t>
            </a:r>
          </a:p>
          <a:p>
            <a:pPr marL="285750" indent="-285750">
              <a:buFont typeface="Arial" panose="020B0604020202020204" pitchFamily="34" charset="0"/>
              <a:buChar char="•"/>
            </a:pPr>
            <a:r>
              <a:rPr lang="en-US" sz="1800" dirty="0"/>
              <a:t>Normalization</a:t>
            </a:r>
          </a:p>
          <a:p>
            <a:pPr marL="285750" indent="-285750">
              <a:buFont typeface="Arial" panose="020B0604020202020204" pitchFamily="34" charset="0"/>
              <a:buChar char="•"/>
            </a:pPr>
            <a:r>
              <a:rPr lang="en-US" sz="1800" dirty="0"/>
              <a:t>Add / Drop Columns</a:t>
            </a:r>
          </a:p>
          <a:p>
            <a:pPr marL="285750" indent="-285750">
              <a:buFont typeface="Arial" panose="020B0604020202020204" pitchFamily="34" charset="0"/>
              <a:buChar char="•"/>
            </a:pPr>
            <a:r>
              <a:rPr lang="en-US" sz="1800" dirty="0"/>
              <a:t>Filter rows</a:t>
            </a:r>
          </a:p>
          <a:p>
            <a:pPr marL="285750" indent="-285750">
              <a:buFont typeface="Arial" panose="020B0604020202020204" pitchFamily="34" charset="0"/>
              <a:buChar char="•"/>
            </a:pPr>
            <a:r>
              <a:rPr lang="en-US" sz="1800" dirty="0"/>
              <a:t>Sorting</a:t>
            </a:r>
          </a:p>
          <a:p>
            <a:pPr marL="285750" indent="-285750">
              <a:buFont typeface="Arial" panose="020B0604020202020204" pitchFamily="34" charset="0"/>
              <a:buChar char="•"/>
            </a:pPr>
            <a:r>
              <a:rPr lang="en-US" sz="1800" dirty="0"/>
              <a:t>Sampling</a:t>
            </a:r>
          </a:p>
          <a:p>
            <a:pPr marL="285750" indent="-285750">
              <a:buFont typeface="Arial" panose="020B0604020202020204" pitchFamily="34" charset="0"/>
              <a:buChar char="•"/>
            </a:pPr>
            <a:endParaRPr lang="en-US" sz="1800" b="1" dirty="0"/>
          </a:p>
        </p:txBody>
      </p:sp>
    </p:spTree>
    <p:extLst>
      <p:ext uri="{BB962C8B-B14F-4D97-AF65-F5344CB8AC3E}">
        <p14:creationId xmlns:p14="http://schemas.microsoft.com/office/powerpoint/2010/main" val="1433857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5177D-B2B1-F5C8-5FE6-3A9A110CDAE1}"/>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1B61B66-C88F-EC99-1376-842D07767C46}"/>
              </a:ext>
            </a:extLst>
          </p:cNvPr>
          <p:cNvSpPr>
            <a:spLocks noGrp="1"/>
          </p:cNvSpPr>
          <p:nvPr>
            <p:ph type="body" sz="quarter" idx="17"/>
          </p:nvPr>
        </p:nvSpPr>
        <p:spPr>
          <a:xfrm>
            <a:off x="6189428" y="757400"/>
            <a:ext cx="5440680" cy="2395998"/>
          </a:xfrm>
        </p:spPr>
        <p:txBody>
          <a:bodyPr>
            <a:noAutofit/>
          </a:bodyPr>
          <a:lstStyle/>
          <a:p>
            <a:pPr algn="ctr"/>
            <a:r>
              <a:rPr lang="en-US" sz="1600" b="1" dirty="0"/>
              <a:t>Searching Algorithms</a:t>
            </a:r>
          </a:p>
          <a:p>
            <a:r>
              <a:rPr lang="en-US" sz="1600" dirty="0"/>
              <a:t>Array of size 1 million within a range MIN and MAX</a:t>
            </a:r>
          </a:p>
          <a:p>
            <a:r>
              <a:rPr lang="en-US" sz="1600" dirty="0"/>
              <a:t>Statistics obtained on scenarios searching </a:t>
            </a:r>
          </a:p>
          <a:p>
            <a:pPr marL="285750" indent="-285750">
              <a:buFont typeface="Arial" panose="020B0604020202020204" pitchFamily="34" charset="0"/>
              <a:buChar char="•"/>
            </a:pPr>
            <a:r>
              <a:rPr lang="en-US" sz="1600" dirty="0"/>
              <a:t>First</a:t>
            </a:r>
          </a:p>
          <a:p>
            <a:pPr marL="285750" indent="-285750">
              <a:buFont typeface="Arial" panose="020B0604020202020204" pitchFamily="34" charset="0"/>
              <a:buChar char="•"/>
            </a:pPr>
            <a:r>
              <a:rPr lang="en-US" sz="1600" dirty="0"/>
              <a:t>Middle</a:t>
            </a:r>
          </a:p>
          <a:p>
            <a:pPr marL="285750" indent="-285750">
              <a:buFont typeface="Arial" panose="020B0604020202020204" pitchFamily="34" charset="0"/>
              <a:buChar char="•"/>
            </a:pPr>
            <a:r>
              <a:rPr lang="en-US" sz="1600" dirty="0"/>
              <a:t>Last</a:t>
            </a:r>
          </a:p>
          <a:p>
            <a:pPr marL="285750" indent="-285750">
              <a:buFont typeface="Arial" panose="020B0604020202020204" pitchFamily="34" charset="0"/>
              <a:buChar char="•"/>
            </a:pPr>
            <a:r>
              <a:rPr lang="en-US" sz="1600" dirty="0"/>
              <a:t>Element &lt; MIN</a:t>
            </a:r>
          </a:p>
          <a:p>
            <a:pPr marL="285750" indent="-285750">
              <a:buFont typeface="Arial" panose="020B0604020202020204" pitchFamily="34" charset="0"/>
              <a:buChar char="•"/>
            </a:pPr>
            <a:r>
              <a:rPr lang="en-US" sz="1600" dirty="0"/>
              <a:t>Element &gt; MAX</a:t>
            </a:r>
          </a:p>
          <a:p>
            <a:endParaRPr lang="en-US" sz="1600" dirty="0"/>
          </a:p>
        </p:txBody>
      </p:sp>
      <p:sp>
        <p:nvSpPr>
          <p:cNvPr id="4" name="Text Placeholder 3">
            <a:extLst>
              <a:ext uri="{FF2B5EF4-FFF2-40B4-BE49-F238E27FC236}">
                <a16:creationId xmlns:a16="http://schemas.microsoft.com/office/drawing/2014/main" id="{20EE5D51-4E09-D5D5-BC07-55649FCDDD1A}"/>
              </a:ext>
            </a:extLst>
          </p:cNvPr>
          <p:cNvSpPr>
            <a:spLocks noGrp="1"/>
          </p:cNvSpPr>
          <p:nvPr>
            <p:ph type="body" sz="quarter" idx="18"/>
          </p:nvPr>
        </p:nvSpPr>
        <p:spPr>
          <a:xfrm>
            <a:off x="655320" y="757400"/>
            <a:ext cx="5440680" cy="2011680"/>
          </a:xfrm>
        </p:spPr>
        <p:txBody>
          <a:bodyPr>
            <a:normAutofit/>
          </a:bodyPr>
          <a:lstStyle/>
          <a:p>
            <a:pPr algn="ctr"/>
            <a:r>
              <a:rPr lang="en-US" sz="1800" b="1" dirty="0"/>
              <a:t>Preprocessing</a:t>
            </a:r>
          </a:p>
          <a:p>
            <a:r>
              <a:rPr lang="en-US" sz="1800" dirty="0"/>
              <a:t>Dataset size </a:t>
            </a:r>
          </a:p>
          <a:p>
            <a:pPr marL="285750" indent="-285750">
              <a:buFont typeface="Arial" panose="020B0604020202020204" pitchFamily="34" charset="0"/>
              <a:buChar char="•"/>
            </a:pPr>
            <a:r>
              <a:rPr lang="en-US" sz="1800" dirty="0"/>
              <a:t>Healthcare claims dataset</a:t>
            </a:r>
          </a:p>
          <a:p>
            <a:pPr marL="285750" indent="-285750">
              <a:buFont typeface="Arial" panose="020B0604020202020204" pitchFamily="34" charset="0"/>
              <a:buChar char="•"/>
            </a:pPr>
            <a:r>
              <a:rPr lang="en-US" sz="1800" dirty="0"/>
              <a:t>Size of Data : (116352, 32)</a:t>
            </a:r>
          </a:p>
          <a:p>
            <a:pPr marL="285750" indent="-285750">
              <a:buFont typeface="Arial" panose="020B0604020202020204" pitchFamily="34" charset="0"/>
              <a:buChar char="•"/>
            </a:pPr>
            <a:r>
              <a:rPr lang="en-US" sz="1800" dirty="0"/>
              <a:t>~14MB in size</a:t>
            </a:r>
          </a:p>
          <a:p>
            <a:endParaRPr lang="en-US" sz="1800" dirty="0"/>
          </a:p>
          <a:p>
            <a:endParaRPr lang="en-US" sz="1800" dirty="0"/>
          </a:p>
        </p:txBody>
      </p:sp>
      <p:sp>
        <p:nvSpPr>
          <p:cNvPr id="6" name="Text Placeholder 5">
            <a:extLst>
              <a:ext uri="{FF2B5EF4-FFF2-40B4-BE49-F238E27FC236}">
                <a16:creationId xmlns:a16="http://schemas.microsoft.com/office/drawing/2014/main" id="{BE1CC49A-183E-F382-CA68-A56053BB3B6A}"/>
              </a:ext>
            </a:extLst>
          </p:cNvPr>
          <p:cNvSpPr>
            <a:spLocks noGrp="1"/>
          </p:cNvSpPr>
          <p:nvPr>
            <p:ph type="body" sz="quarter" idx="19"/>
          </p:nvPr>
        </p:nvSpPr>
        <p:spPr>
          <a:xfrm>
            <a:off x="655320" y="3693919"/>
            <a:ext cx="5440680" cy="2011680"/>
          </a:xfrm>
        </p:spPr>
        <p:txBody>
          <a:bodyPr>
            <a:normAutofit/>
          </a:bodyPr>
          <a:lstStyle/>
          <a:p>
            <a:pPr algn="ctr"/>
            <a:r>
              <a:rPr lang="en-US" sz="1800" b="1" dirty="0"/>
              <a:t>Time profiling</a:t>
            </a:r>
          </a:p>
          <a:p>
            <a:pPr marL="285750" indent="-285750">
              <a:buFont typeface="Arial" panose="020B0604020202020204" pitchFamily="34" charset="0"/>
              <a:buChar char="•"/>
            </a:pPr>
            <a:r>
              <a:rPr lang="en-US" sz="1800" dirty="0"/>
              <a:t>Python - line profiler</a:t>
            </a:r>
          </a:p>
          <a:p>
            <a:pPr marL="285750" indent="-285750">
              <a:buFont typeface="Arial" panose="020B0604020202020204" pitchFamily="34" charset="0"/>
              <a:buChar char="•"/>
            </a:pPr>
            <a:r>
              <a:rPr lang="en-US" sz="1800" dirty="0"/>
              <a:t>Rust – Measuring Elapsed time</a:t>
            </a:r>
          </a:p>
          <a:p>
            <a:pPr marL="285750" indent="-285750">
              <a:buFont typeface="Arial" panose="020B0604020202020204" pitchFamily="34" charset="0"/>
              <a:buChar char="•"/>
            </a:pPr>
            <a:r>
              <a:rPr lang="en-US" sz="1800" dirty="0"/>
              <a:t>Hyperfine - Benchmarking for execution time</a:t>
            </a:r>
          </a:p>
        </p:txBody>
      </p:sp>
      <p:sp>
        <p:nvSpPr>
          <p:cNvPr id="7" name="Text Placeholder 6">
            <a:extLst>
              <a:ext uri="{FF2B5EF4-FFF2-40B4-BE49-F238E27FC236}">
                <a16:creationId xmlns:a16="http://schemas.microsoft.com/office/drawing/2014/main" id="{0DC05D39-1F2C-33F1-72F0-AF4B6070051E}"/>
              </a:ext>
            </a:extLst>
          </p:cNvPr>
          <p:cNvSpPr>
            <a:spLocks noGrp="1"/>
          </p:cNvSpPr>
          <p:nvPr>
            <p:ph type="body" sz="quarter" idx="20"/>
          </p:nvPr>
        </p:nvSpPr>
        <p:spPr>
          <a:xfrm>
            <a:off x="6189428" y="3693919"/>
            <a:ext cx="5440680" cy="2011680"/>
          </a:xfrm>
        </p:spPr>
        <p:txBody>
          <a:bodyPr>
            <a:normAutofit/>
          </a:bodyPr>
          <a:lstStyle/>
          <a:p>
            <a:pPr algn="ctr"/>
            <a:r>
              <a:rPr lang="en-US" sz="1800" b="1" dirty="0"/>
              <a:t>Memory Profiling</a:t>
            </a:r>
          </a:p>
          <a:p>
            <a:pPr marL="285750" indent="-285750">
              <a:buFont typeface="Arial" panose="020B0604020202020204" pitchFamily="34" charset="0"/>
              <a:buChar char="•"/>
            </a:pPr>
            <a:r>
              <a:rPr lang="en-US" sz="1800" dirty="0"/>
              <a:t>Python – </a:t>
            </a:r>
            <a:r>
              <a:rPr lang="en-US" sz="1800" dirty="0" err="1"/>
              <a:t>memory_profiler</a:t>
            </a:r>
            <a:endParaRPr lang="en-US" sz="1800" dirty="0"/>
          </a:p>
          <a:p>
            <a:pPr marL="285750" indent="-285750">
              <a:buFont typeface="Arial" panose="020B0604020202020204" pitchFamily="34" charset="0"/>
              <a:buChar char="•"/>
            </a:pPr>
            <a:r>
              <a:rPr lang="en-US" sz="1800" dirty="0"/>
              <a:t>Rust – using </a:t>
            </a:r>
            <a:r>
              <a:rPr lang="en-US" sz="1800" dirty="0" err="1"/>
              <a:t>sysinfo</a:t>
            </a:r>
            <a:endParaRPr lang="en-US" sz="1800" dirty="0"/>
          </a:p>
        </p:txBody>
      </p:sp>
    </p:spTree>
    <p:extLst>
      <p:ext uri="{BB962C8B-B14F-4D97-AF65-F5344CB8AC3E}">
        <p14:creationId xmlns:p14="http://schemas.microsoft.com/office/powerpoint/2010/main" val="279458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DC8F389-6369-3625-B801-B648F15A92A6}"/>
              </a:ext>
            </a:extLst>
          </p:cNvPr>
          <p:cNvSpPr>
            <a:spLocks noGrp="1"/>
          </p:cNvSpPr>
          <p:nvPr>
            <p:ph type="body" sz="quarter" idx="12"/>
          </p:nvPr>
        </p:nvSpPr>
        <p:spPr/>
        <p:txBody>
          <a:bodyPr/>
          <a:lstStyle/>
          <a:p>
            <a:r>
              <a:rPr lang="en-US" dirty="0"/>
              <a:t>Observations &amp; Results</a:t>
            </a:r>
          </a:p>
          <a:p>
            <a:endParaRPr lang="en-US" dirty="0"/>
          </a:p>
          <a:p>
            <a:r>
              <a:rPr lang="en-US" dirty="0"/>
              <a:t>Preprocessing</a:t>
            </a:r>
          </a:p>
        </p:txBody>
      </p:sp>
    </p:spTree>
    <p:extLst>
      <p:ext uri="{BB962C8B-B14F-4D97-AF65-F5344CB8AC3E}">
        <p14:creationId xmlns:p14="http://schemas.microsoft.com/office/powerpoint/2010/main" val="3892918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E2037D-5DE1-BEC7-B29E-39A3D3761055}"/>
              </a:ext>
            </a:extLst>
          </p:cNvPr>
          <p:cNvSpPr>
            <a:spLocks noGrp="1"/>
          </p:cNvSpPr>
          <p:nvPr>
            <p:ph type="title"/>
          </p:nvPr>
        </p:nvSpPr>
        <p:spPr/>
        <p:txBody>
          <a:bodyPr/>
          <a:lstStyle/>
          <a:p>
            <a:r>
              <a:rPr lang="en-US" dirty="0"/>
              <a:t>Python wins at each individual task execution time</a:t>
            </a:r>
            <a:br>
              <a:rPr lang="en-US" dirty="0"/>
            </a:br>
            <a:endParaRPr lang="en-US" dirty="0"/>
          </a:p>
        </p:txBody>
      </p:sp>
      <p:sp>
        <p:nvSpPr>
          <p:cNvPr id="5" name="Text Placeholder 4">
            <a:extLst>
              <a:ext uri="{FF2B5EF4-FFF2-40B4-BE49-F238E27FC236}">
                <a16:creationId xmlns:a16="http://schemas.microsoft.com/office/drawing/2014/main" id="{E12DB0C7-667D-C63F-DDD5-90DB771CEF06}"/>
              </a:ext>
            </a:extLst>
          </p:cNvPr>
          <p:cNvSpPr>
            <a:spLocks noGrp="1"/>
          </p:cNvSpPr>
          <p:nvPr>
            <p:ph type="body" sz="half" idx="2"/>
          </p:nvPr>
        </p:nvSpPr>
        <p:spPr/>
        <p:txBody>
          <a:bodyPr/>
          <a:lstStyle/>
          <a:p>
            <a:pPr marL="285750" indent="-285750">
              <a:buFont typeface="Arial" panose="020B0604020202020204" pitchFamily="34" charset="0"/>
              <a:buChar char="•"/>
            </a:pPr>
            <a:r>
              <a:rPr lang="en-US" dirty="0"/>
              <a:t>Loading dominated in both</a:t>
            </a:r>
          </a:p>
          <a:p>
            <a:pPr marL="285750" indent="-285750">
              <a:buFont typeface="Arial" panose="020B0604020202020204" pitchFamily="34" charset="0"/>
              <a:buChar char="•"/>
            </a:pPr>
            <a:r>
              <a:rPr lang="en-US" dirty="0"/>
              <a:t>Python dominates in execution time per operation</a:t>
            </a:r>
          </a:p>
          <a:p>
            <a:pPr marL="285750" indent="-285750">
              <a:buFont typeface="Arial" panose="020B0604020202020204" pitchFamily="34" charset="0"/>
              <a:buChar char="•"/>
            </a:pPr>
            <a:r>
              <a:rPr lang="en-US" dirty="0"/>
              <a:t>Visualizations shows Python’s optimization and efficiency in data operations</a:t>
            </a:r>
          </a:p>
          <a:p>
            <a:pPr marL="285750" indent="-285750">
              <a:buFont typeface="Arial" panose="020B0604020202020204" pitchFamily="34" charset="0"/>
              <a:buChar char="•"/>
            </a:pPr>
            <a:endParaRPr lang="en-US" dirty="0"/>
          </a:p>
        </p:txBody>
      </p:sp>
      <p:sp>
        <p:nvSpPr>
          <p:cNvPr id="6" name="Text Placeholder 5">
            <a:extLst>
              <a:ext uri="{FF2B5EF4-FFF2-40B4-BE49-F238E27FC236}">
                <a16:creationId xmlns:a16="http://schemas.microsoft.com/office/drawing/2014/main" id="{0731D50B-DDD6-585A-21CE-4294B2C05A78}"/>
              </a:ext>
            </a:extLst>
          </p:cNvPr>
          <p:cNvSpPr>
            <a:spLocks noGrp="1"/>
          </p:cNvSpPr>
          <p:nvPr>
            <p:ph type="body" sz="quarter" idx="13"/>
          </p:nvPr>
        </p:nvSpPr>
        <p:spPr/>
        <p:txBody>
          <a:bodyPr/>
          <a:lstStyle/>
          <a:p>
            <a:r>
              <a:rPr lang="en-US" dirty="0"/>
              <a:t>Time Profiling Comparison</a:t>
            </a:r>
          </a:p>
        </p:txBody>
      </p:sp>
      <p:pic>
        <p:nvPicPr>
          <p:cNvPr id="14" name="Picture 13" descr="A graph of a graph showing a number of different types of python">
            <a:extLst>
              <a:ext uri="{FF2B5EF4-FFF2-40B4-BE49-F238E27FC236}">
                <a16:creationId xmlns:a16="http://schemas.microsoft.com/office/drawing/2014/main" id="{1F67E877-9F99-5F53-6E94-27F2426794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0368" y="1348047"/>
            <a:ext cx="7176079" cy="4161905"/>
          </a:xfrm>
          <a:prstGeom prst="rect">
            <a:avLst/>
          </a:prstGeom>
        </p:spPr>
      </p:pic>
    </p:spTree>
    <p:extLst>
      <p:ext uri="{BB962C8B-B14F-4D97-AF65-F5344CB8AC3E}">
        <p14:creationId xmlns:p14="http://schemas.microsoft.com/office/powerpoint/2010/main" val="1252145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FBDC8-31A5-7B58-CCA3-8E4F645676E0}"/>
              </a:ext>
            </a:extLst>
          </p:cNvPr>
          <p:cNvSpPr>
            <a:spLocks noGrp="1"/>
          </p:cNvSpPr>
          <p:nvPr>
            <p:ph type="title"/>
          </p:nvPr>
        </p:nvSpPr>
        <p:spPr>
          <a:xfrm>
            <a:off x="619256" y="518688"/>
            <a:ext cx="4114800" cy="930144"/>
          </a:xfrm>
        </p:spPr>
        <p:txBody>
          <a:bodyPr>
            <a:normAutofit/>
          </a:bodyPr>
          <a:lstStyle/>
          <a:p>
            <a:pPr algn="ctr"/>
            <a:r>
              <a:rPr lang="en-US" sz="1800" dirty="0"/>
              <a:t>Benchmarking tells us a different story</a:t>
            </a:r>
            <a:br>
              <a:rPr lang="en-US" sz="1800" dirty="0"/>
            </a:br>
            <a:endParaRPr lang="en-US" sz="1800" dirty="0"/>
          </a:p>
        </p:txBody>
      </p:sp>
      <p:sp>
        <p:nvSpPr>
          <p:cNvPr id="4" name="Text Placeholder 3">
            <a:extLst>
              <a:ext uri="{FF2B5EF4-FFF2-40B4-BE49-F238E27FC236}">
                <a16:creationId xmlns:a16="http://schemas.microsoft.com/office/drawing/2014/main" id="{FF481B75-2245-3017-ABF2-19A4DBFC2E42}"/>
              </a:ext>
            </a:extLst>
          </p:cNvPr>
          <p:cNvSpPr>
            <a:spLocks noGrp="1"/>
          </p:cNvSpPr>
          <p:nvPr>
            <p:ph type="body" sz="half" idx="2"/>
          </p:nvPr>
        </p:nvSpPr>
        <p:spPr>
          <a:xfrm>
            <a:off x="619256" y="1600200"/>
            <a:ext cx="4114800" cy="4465622"/>
          </a:xfrm>
        </p:spPr>
        <p:txBody>
          <a:bodyPr>
            <a:normAutofit fontScale="92500" lnSpcReduction="20000"/>
          </a:bodyPr>
          <a:lstStyle/>
          <a:p>
            <a:r>
              <a:rPr lang="en-US" sz="1700" dirty="0"/>
              <a:t>Warmup Impact</a:t>
            </a:r>
          </a:p>
          <a:p>
            <a:endParaRPr lang="en-US" sz="1700" dirty="0"/>
          </a:p>
          <a:p>
            <a:r>
              <a:rPr lang="en-US" sz="1700" dirty="0"/>
              <a:t>Stability</a:t>
            </a:r>
          </a:p>
          <a:p>
            <a:pPr marL="285750" indent="-285750">
              <a:buFont typeface="Arial" panose="020B0604020202020204" pitchFamily="34" charset="0"/>
              <a:buChar char="•"/>
            </a:pPr>
            <a:r>
              <a:rPr lang="en-US" sz="1700" dirty="0"/>
              <a:t>Warmup (3 runs): Rust stabilized instantly, Python took ~0.39s.</a:t>
            </a:r>
          </a:p>
          <a:p>
            <a:pPr marL="285750" indent="-285750">
              <a:buFont typeface="Arial" panose="020B0604020202020204" pitchFamily="34" charset="0"/>
              <a:buChar char="•"/>
            </a:pPr>
            <a:r>
              <a:rPr lang="en-US" sz="1700" dirty="0"/>
              <a:t>Warmup (10 runs): Rust stable at 0.00s, Python stable around 0.38s.</a:t>
            </a:r>
          </a:p>
          <a:p>
            <a:endParaRPr lang="en-US" sz="1700" dirty="0"/>
          </a:p>
          <a:p>
            <a:endParaRPr lang="en-US" sz="1700" dirty="0"/>
          </a:p>
          <a:p>
            <a:r>
              <a:rPr lang="en-US" sz="1700" dirty="0"/>
              <a:t>Improvement due to warmup</a:t>
            </a:r>
          </a:p>
          <a:p>
            <a:pPr marL="285750" indent="-285750">
              <a:buFont typeface="Arial" panose="020B0604020202020204" pitchFamily="34" charset="0"/>
              <a:buChar char="•"/>
            </a:pPr>
            <a:r>
              <a:rPr lang="en-US" sz="1700" dirty="0"/>
              <a:t>Rust : 44%</a:t>
            </a:r>
          </a:p>
          <a:p>
            <a:pPr marL="285750" indent="-285750">
              <a:buFont typeface="Arial" panose="020B0604020202020204" pitchFamily="34" charset="0"/>
              <a:buChar char="•"/>
            </a:pPr>
            <a:r>
              <a:rPr lang="en-US" sz="1700" dirty="0"/>
              <a:t>Python : 4%</a:t>
            </a:r>
          </a:p>
          <a:p>
            <a:endParaRPr lang="en-US" sz="1700" dirty="0"/>
          </a:p>
          <a:p>
            <a:r>
              <a:rPr lang="en-US" sz="1700" dirty="0"/>
              <a:t>This shows that the reason for slow per-operation execution is due to cache misses in course of process execution</a:t>
            </a:r>
          </a:p>
          <a:p>
            <a:endParaRPr lang="en-US" sz="1600" dirty="0"/>
          </a:p>
        </p:txBody>
      </p:sp>
      <p:pic>
        <p:nvPicPr>
          <p:cNvPr id="7" name="Picture 6" descr="A graph of a graph showing a graph of a graph&#10;&#10;AI-generated content may be incorrect.">
            <a:extLst>
              <a:ext uri="{FF2B5EF4-FFF2-40B4-BE49-F238E27FC236}">
                <a16:creationId xmlns:a16="http://schemas.microsoft.com/office/drawing/2014/main" id="{2C4C4186-7A07-18EB-6DD8-C1C4F9CE34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90570" y="2250372"/>
            <a:ext cx="5999101" cy="3533707"/>
          </a:xfrm>
          <a:prstGeom prst="rect">
            <a:avLst/>
          </a:prstGeom>
        </p:spPr>
      </p:pic>
      <p:sp>
        <p:nvSpPr>
          <p:cNvPr id="9" name="TextBox 8">
            <a:extLst>
              <a:ext uri="{FF2B5EF4-FFF2-40B4-BE49-F238E27FC236}">
                <a16:creationId xmlns:a16="http://schemas.microsoft.com/office/drawing/2014/main" id="{6026D763-8931-528F-01AF-DE576F34408B}"/>
              </a:ext>
            </a:extLst>
          </p:cNvPr>
          <p:cNvSpPr txBox="1"/>
          <p:nvPr/>
        </p:nvSpPr>
        <p:spPr>
          <a:xfrm>
            <a:off x="5121242" y="1236507"/>
            <a:ext cx="6889688" cy="923330"/>
          </a:xfrm>
          <a:prstGeom prst="rect">
            <a:avLst/>
          </a:prstGeom>
          <a:noFill/>
        </p:spPr>
        <p:txBody>
          <a:bodyPr wrap="square" rtlCol="0">
            <a:spAutoFit/>
          </a:bodyPr>
          <a:lstStyle/>
          <a:p>
            <a:r>
              <a:rPr lang="en-US" dirty="0"/>
              <a:t>Rust                      ████ 2.3ms</a:t>
            </a:r>
          </a:p>
          <a:p>
            <a:endParaRPr lang="en-US" dirty="0"/>
          </a:p>
          <a:p>
            <a:r>
              <a:rPr lang="en-US" dirty="0"/>
              <a:t>Python                 ████████████████████████ 379.5ms</a:t>
            </a:r>
          </a:p>
        </p:txBody>
      </p:sp>
    </p:spTree>
    <p:extLst>
      <p:ext uri="{BB962C8B-B14F-4D97-AF65-F5344CB8AC3E}">
        <p14:creationId xmlns:p14="http://schemas.microsoft.com/office/powerpoint/2010/main" val="1541747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ACAE9-BCD3-D449-AEFF-776391F9C6A7}"/>
            </a:ext>
          </a:extLst>
        </p:cNvPr>
        <p:cNvGrpSpPr/>
        <p:nvPr/>
      </p:nvGrpSpPr>
      <p:grpSpPr>
        <a:xfrm>
          <a:off x="0" y="0"/>
          <a:ext cx="0" cy="0"/>
          <a:chOff x="0" y="0"/>
          <a:chExt cx="0" cy="0"/>
        </a:xfrm>
      </p:grpSpPr>
      <p:sp>
        <p:nvSpPr>
          <p:cNvPr id="10" name="Title 9">
            <a:extLst>
              <a:ext uri="{FF2B5EF4-FFF2-40B4-BE49-F238E27FC236}">
                <a16:creationId xmlns:a16="http://schemas.microsoft.com/office/drawing/2014/main" id="{084401E4-E746-F446-F81C-5217CFE43A5B}"/>
              </a:ext>
            </a:extLst>
          </p:cNvPr>
          <p:cNvSpPr>
            <a:spLocks noGrp="1"/>
          </p:cNvSpPr>
          <p:nvPr>
            <p:ph type="title"/>
          </p:nvPr>
        </p:nvSpPr>
        <p:spPr/>
        <p:txBody>
          <a:bodyPr/>
          <a:lstStyle/>
          <a:p>
            <a:r>
              <a:rPr lang="en-US" dirty="0"/>
              <a:t>Rust consistently uses less memory than Python</a:t>
            </a:r>
          </a:p>
        </p:txBody>
      </p:sp>
      <p:sp>
        <p:nvSpPr>
          <p:cNvPr id="12" name="Text Placeholder 11">
            <a:extLst>
              <a:ext uri="{FF2B5EF4-FFF2-40B4-BE49-F238E27FC236}">
                <a16:creationId xmlns:a16="http://schemas.microsoft.com/office/drawing/2014/main" id="{09CC2560-3D4C-593F-DEA8-48FC4ED5149C}"/>
              </a:ext>
            </a:extLst>
          </p:cNvPr>
          <p:cNvSpPr>
            <a:spLocks noGrp="1"/>
          </p:cNvSpPr>
          <p:nvPr>
            <p:ph type="body" sz="half" idx="2"/>
          </p:nvPr>
        </p:nvSpPr>
        <p:spPr/>
        <p:txBody>
          <a:bodyPr/>
          <a:lstStyle/>
          <a:p>
            <a:r>
              <a:rPr lang="en-US" dirty="0"/>
              <a:t>Average memory footprint</a:t>
            </a:r>
          </a:p>
          <a:p>
            <a:endParaRPr lang="en-US" dirty="0"/>
          </a:p>
          <a:p>
            <a:pPr marL="285750" indent="-285750">
              <a:buFont typeface="Arial" panose="020B0604020202020204" pitchFamily="34" charset="0"/>
              <a:buChar char="•"/>
            </a:pPr>
            <a:r>
              <a:rPr lang="en-US" dirty="0"/>
              <a:t>Rust ~88 MB</a:t>
            </a:r>
          </a:p>
          <a:p>
            <a:pPr marL="285750" indent="-285750">
              <a:buFont typeface="Arial" panose="020B0604020202020204" pitchFamily="34" charset="0"/>
              <a:buChar char="•"/>
            </a:pPr>
            <a:r>
              <a:rPr lang="en-US" dirty="0"/>
              <a:t>Python ~134 MB</a:t>
            </a:r>
          </a:p>
          <a:p>
            <a:pPr marL="285750" indent="-285750">
              <a:buFont typeface="Arial" panose="020B0604020202020204" pitchFamily="34" charset="0"/>
              <a:buChar char="•"/>
            </a:pPr>
            <a:endParaRPr lang="en-US" dirty="0"/>
          </a:p>
          <a:p>
            <a:r>
              <a:rPr lang="en-US" dirty="0"/>
              <a:t>Peak Memory </a:t>
            </a:r>
          </a:p>
          <a:p>
            <a:pPr marL="285750" indent="-285750">
              <a:buFont typeface="Arial" panose="020B0604020202020204" pitchFamily="34" charset="0"/>
              <a:buChar char="•"/>
            </a:pPr>
            <a:r>
              <a:rPr lang="en-US" dirty="0"/>
              <a:t>Rust : 103MB</a:t>
            </a:r>
          </a:p>
          <a:p>
            <a:pPr marL="285750" indent="-285750">
              <a:buFont typeface="Arial" panose="020B0604020202020204" pitchFamily="34" charset="0"/>
              <a:buChar char="•"/>
            </a:pPr>
            <a:r>
              <a:rPr lang="en-US" dirty="0"/>
              <a:t>Python : 148MB</a:t>
            </a:r>
          </a:p>
          <a:p>
            <a:pPr marL="285750" indent="-285750">
              <a:buFont typeface="Arial" panose="020B0604020202020204" pitchFamily="34" charset="0"/>
              <a:buChar char="•"/>
            </a:pPr>
            <a:endParaRPr lang="en-US" dirty="0"/>
          </a:p>
          <a:p>
            <a:r>
              <a:rPr lang="en-US" dirty="0"/>
              <a:t>What is the use ?</a:t>
            </a:r>
          </a:p>
          <a:p>
            <a:r>
              <a:rPr lang="en-US" dirty="0"/>
              <a:t>More predictable </a:t>
            </a:r>
            <a:r>
              <a:rPr lang="en-US" b="1" dirty="0"/>
              <a:t>scaling for large datasets</a:t>
            </a:r>
            <a:r>
              <a:rPr lang="en-US" dirty="0"/>
              <a:t>.</a:t>
            </a:r>
          </a:p>
        </p:txBody>
      </p:sp>
      <p:sp>
        <p:nvSpPr>
          <p:cNvPr id="3" name="Text Placeholder 2">
            <a:extLst>
              <a:ext uri="{FF2B5EF4-FFF2-40B4-BE49-F238E27FC236}">
                <a16:creationId xmlns:a16="http://schemas.microsoft.com/office/drawing/2014/main" id="{18C5F5BE-4787-07EC-2427-2779609DF546}"/>
              </a:ext>
            </a:extLst>
          </p:cNvPr>
          <p:cNvSpPr>
            <a:spLocks noGrp="1"/>
          </p:cNvSpPr>
          <p:nvPr>
            <p:ph type="body" sz="quarter" idx="13"/>
          </p:nvPr>
        </p:nvSpPr>
        <p:spPr/>
        <p:txBody>
          <a:bodyPr/>
          <a:lstStyle/>
          <a:p>
            <a:r>
              <a:rPr lang="en-US" dirty="0"/>
              <a:t>Memory Profiling</a:t>
            </a:r>
          </a:p>
          <a:p>
            <a:endParaRPr lang="en-US" dirty="0"/>
          </a:p>
        </p:txBody>
      </p:sp>
      <p:pic>
        <p:nvPicPr>
          <p:cNvPr id="5" name="Picture 4" descr="A graph of a memory prowling&#10;&#10;AI-generated content may be incorrect.">
            <a:extLst>
              <a:ext uri="{FF2B5EF4-FFF2-40B4-BE49-F238E27FC236}">
                <a16:creationId xmlns:a16="http://schemas.microsoft.com/office/drawing/2014/main" id="{AC375F79-73F0-C2B6-BD01-D097F69466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0559" y="1426129"/>
            <a:ext cx="7499657" cy="3830718"/>
          </a:xfrm>
          <a:prstGeom prst="rect">
            <a:avLst/>
          </a:prstGeom>
        </p:spPr>
      </p:pic>
    </p:spTree>
    <p:extLst>
      <p:ext uri="{BB962C8B-B14F-4D97-AF65-F5344CB8AC3E}">
        <p14:creationId xmlns:p14="http://schemas.microsoft.com/office/powerpoint/2010/main" val="4081771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1949E86-5746-D7C4-E904-A670CDF21387}"/>
              </a:ext>
            </a:extLst>
          </p:cNvPr>
          <p:cNvSpPr>
            <a:spLocks noGrp="1"/>
          </p:cNvSpPr>
          <p:nvPr>
            <p:ph type="body" sz="half" idx="2"/>
          </p:nvPr>
        </p:nvSpPr>
        <p:spPr>
          <a:xfrm>
            <a:off x="493578" y="1406505"/>
            <a:ext cx="4114800" cy="3657600"/>
          </a:xfrm>
        </p:spPr>
        <p:txBody>
          <a:bodyPr/>
          <a:lstStyle/>
          <a:p>
            <a:r>
              <a:rPr lang="en-US" dirty="0"/>
              <a:t>Rust shows controlled memory reuse (drops after filtering), while Python retains buffers.</a:t>
            </a:r>
          </a:p>
          <a:p>
            <a:pPr marL="285750" indent="-285750">
              <a:buFont typeface="Arial" panose="020B0604020202020204" pitchFamily="34" charset="0"/>
              <a:buChar char="•"/>
            </a:pPr>
            <a:r>
              <a:rPr lang="en-US" dirty="0"/>
              <a:t>Could be the result of selected rows getting dereferenced.(Ownership &amp; Borrowing)</a:t>
            </a:r>
          </a:p>
          <a:p>
            <a:pPr marL="285750" indent="-285750">
              <a:buFont typeface="Arial" panose="020B0604020202020204" pitchFamily="34" charset="0"/>
              <a:buChar char="•"/>
            </a:pPr>
            <a:endParaRPr lang="en-US" dirty="0"/>
          </a:p>
        </p:txBody>
      </p:sp>
      <p:pic>
        <p:nvPicPr>
          <p:cNvPr id="17" name="Picture 16" descr="A graph of memory increment&#10;&#10;AI-generated content may be incorrect.">
            <a:extLst>
              <a:ext uri="{FF2B5EF4-FFF2-40B4-BE49-F238E27FC236}">
                <a16:creationId xmlns:a16="http://schemas.microsoft.com/office/drawing/2014/main" id="{04553615-3D71-9774-C9CC-327773975F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9818" y="1423631"/>
            <a:ext cx="6688604" cy="4010738"/>
          </a:xfrm>
          <a:prstGeom prst="rect">
            <a:avLst/>
          </a:prstGeom>
        </p:spPr>
      </p:pic>
    </p:spTree>
    <p:extLst>
      <p:ext uri="{BB962C8B-B14F-4D97-AF65-F5344CB8AC3E}">
        <p14:creationId xmlns:p14="http://schemas.microsoft.com/office/powerpoint/2010/main" val="3283289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9D4CC-C11E-2790-27A8-853D6E30EA7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69EB3FF-89E7-4A9F-85AD-D52974E530DC}"/>
              </a:ext>
            </a:extLst>
          </p:cNvPr>
          <p:cNvSpPr>
            <a:spLocks noGrp="1"/>
          </p:cNvSpPr>
          <p:nvPr>
            <p:ph type="body" sz="quarter" idx="12"/>
          </p:nvPr>
        </p:nvSpPr>
        <p:spPr/>
        <p:txBody>
          <a:bodyPr/>
          <a:lstStyle/>
          <a:p>
            <a:r>
              <a:rPr lang="en-US" dirty="0"/>
              <a:t>Observations &amp; Results</a:t>
            </a:r>
          </a:p>
          <a:p>
            <a:endParaRPr lang="en-US" dirty="0"/>
          </a:p>
          <a:p>
            <a:r>
              <a:rPr lang="en-US" dirty="0"/>
              <a:t>Searching Algorithms</a:t>
            </a:r>
          </a:p>
        </p:txBody>
      </p:sp>
    </p:spTree>
    <p:extLst>
      <p:ext uri="{BB962C8B-B14F-4D97-AF65-F5344CB8AC3E}">
        <p14:creationId xmlns:p14="http://schemas.microsoft.com/office/powerpoint/2010/main" val="1727221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DF4ADF2-C8DC-25EB-61C3-29EBE2CC9A1F}"/>
              </a:ext>
            </a:extLst>
          </p:cNvPr>
          <p:cNvSpPr>
            <a:spLocks noGrp="1"/>
          </p:cNvSpPr>
          <p:nvPr>
            <p:ph type="title"/>
          </p:nvPr>
        </p:nvSpPr>
        <p:spPr>
          <a:xfrm>
            <a:off x="365759" y="1005840"/>
            <a:ext cx="4114800" cy="930144"/>
          </a:xfrm>
        </p:spPr>
        <p:txBody>
          <a:bodyPr/>
          <a:lstStyle/>
          <a:p>
            <a:r>
              <a:rPr lang="en-US" dirty="0"/>
              <a:t>We observe that Python performs significantly better than Rust</a:t>
            </a:r>
          </a:p>
        </p:txBody>
      </p:sp>
      <p:sp>
        <p:nvSpPr>
          <p:cNvPr id="12" name="Text Placeholder 3">
            <a:extLst>
              <a:ext uri="{FF2B5EF4-FFF2-40B4-BE49-F238E27FC236}">
                <a16:creationId xmlns:a16="http://schemas.microsoft.com/office/drawing/2014/main" id="{685485D2-02F9-9A02-6F3E-6466DFD23CD8}"/>
              </a:ext>
            </a:extLst>
          </p:cNvPr>
          <p:cNvSpPr>
            <a:spLocks noGrp="1"/>
          </p:cNvSpPr>
          <p:nvPr>
            <p:ph type="body" sz="half" idx="2"/>
          </p:nvPr>
        </p:nvSpPr>
        <p:spPr>
          <a:xfrm>
            <a:off x="365759" y="2194560"/>
            <a:ext cx="4114800" cy="3657600"/>
          </a:xfrm>
        </p:spPr>
        <p:txBody>
          <a:bodyPr/>
          <a:lstStyle/>
          <a:p>
            <a:r>
              <a:rPr lang="en-US" sz="1800" dirty="0"/>
              <a:t>These are results of benchmarking on hyperfine</a:t>
            </a:r>
          </a:p>
          <a:p>
            <a:pPr marL="285750" indent="-285750">
              <a:buFont typeface="Arial" panose="020B0604020202020204" pitchFamily="34" charset="0"/>
              <a:buChar char="•"/>
            </a:pPr>
            <a:r>
              <a:rPr lang="en-US" sz="1800" dirty="0"/>
              <a:t>There is no help even after warmup</a:t>
            </a:r>
          </a:p>
          <a:p>
            <a:endParaRPr lang="en-US" sz="2400" dirty="0"/>
          </a:p>
        </p:txBody>
      </p:sp>
      <p:sp>
        <p:nvSpPr>
          <p:cNvPr id="14" name="Text Placeholder 4">
            <a:extLst>
              <a:ext uri="{FF2B5EF4-FFF2-40B4-BE49-F238E27FC236}">
                <a16:creationId xmlns:a16="http://schemas.microsoft.com/office/drawing/2014/main" id="{050AF471-50AE-8288-1770-2B4B998434BD}"/>
              </a:ext>
            </a:extLst>
          </p:cNvPr>
          <p:cNvSpPr>
            <a:spLocks noGrp="1"/>
          </p:cNvSpPr>
          <p:nvPr>
            <p:ph type="body" sz="quarter" idx="13"/>
          </p:nvPr>
        </p:nvSpPr>
        <p:spPr>
          <a:xfrm>
            <a:off x="365760" y="365760"/>
            <a:ext cx="5943600" cy="365760"/>
          </a:xfrm>
        </p:spPr>
        <p:txBody>
          <a:bodyPr/>
          <a:lstStyle/>
          <a:p>
            <a:r>
              <a:rPr lang="en-US" dirty="0"/>
              <a:t>Time Profiling</a:t>
            </a:r>
          </a:p>
        </p:txBody>
      </p:sp>
      <p:graphicFrame>
        <p:nvGraphicFramePr>
          <p:cNvPr id="5" name="Table 4">
            <a:extLst>
              <a:ext uri="{FF2B5EF4-FFF2-40B4-BE49-F238E27FC236}">
                <a16:creationId xmlns:a16="http://schemas.microsoft.com/office/drawing/2014/main" id="{F0A9DBF1-3549-E698-80EB-9AC5677CDA7F}"/>
              </a:ext>
            </a:extLst>
          </p:cNvPr>
          <p:cNvGraphicFramePr>
            <a:graphicFrameLocks noGrp="1"/>
          </p:cNvGraphicFramePr>
          <p:nvPr>
            <p:extLst>
              <p:ext uri="{D42A27DB-BD31-4B8C-83A1-F6EECF244321}">
                <p14:modId xmlns:p14="http://schemas.microsoft.com/office/powerpoint/2010/main" val="1460309750"/>
              </p:ext>
            </p:extLst>
          </p:nvPr>
        </p:nvGraphicFramePr>
        <p:xfrm>
          <a:off x="5223266" y="1833176"/>
          <a:ext cx="6217285" cy="3191648"/>
        </p:xfrm>
        <a:graphic>
          <a:graphicData uri="http://schemas.openxmlformats.org/drawingml/2006/table">
            <a:tbl>
              <a:tblPr>
                <a:tableStyleId>{5C22544A-7EE6-4342-B048-85BDC9FD1C3A}</a:tableStyleId>
              </a:tblPr>
              <a:tblGrid>
                <a:gridCol w="2429049">
                  <a:extLst>
                    <a:ext uri="{9D8B030D-6E8A-4147-A177-3AD203B41FA5}">
                      <a16:colId xmlns:a16="http://schemas.microsoft.com/office/drawing/2014/main" val="2628508627"/>
                    </a:ext>
                  </a:extLst>
                </a:gridCol>
                <a:gridCol w="1894118">
                  <a:extLst>
                    <a:ext uri="{9D8B030D-6E8A-4147-A177-3AD203B41FA5}">
                      <a16:colId xmlns:a16="http://schemas.microsoft.com/office/drawing/2014/main" val="2509642346"/>
                    </a:ext>
                  </a:extLst>
                </a:gridCol>
                <a:gridCol w="1894118">
                  <a:extLst>
                    <a:ext uri="{9D8B030D-6E8A-4147-A177-3AD203B41FA5}">
                      <a16:colId xmlns:a16="http://schemas.microsoft.com/office/drawing/2014/main" val="1851163389"/>
                    </a:ext>
                  </a:extLst>
                </a:gridCol>
              </a:tblGrid>
              <a:tr h="464135">
                <a:tc>
                  <a:txBody>
                    <a:bodyPr/>
                    <a:lstStyle/>
                    <a:p>
                      <a:pPr algn="ctr" fontAlgn="b">
                        <a:buNone/>
                      </a:pPr>
                      <a:endParaRPr lang="en-US" sz="2000" b="0" i="0" u="none" strike="noStrike" dirty="0">
                        <a:solidFill>
                          <a:schemeClr val="tx2">
                            <a:lumMod val="50000"/>
                          </a:schemeClr>
                        </a:solidFill>
                        <a:effectLst/>
                        <a:latin typeface="Abadi" panose="020F0502020204030204" pitchFamily="34" charset="0"/>
                      </a:endParaRPr>
                    </a:p>
                  </a:txBody>
                  <a:tcPr marL="10970" marR="10970" marT="9973" marB="0" anchor="b"/>
                </a:tc>
                <a:tc>
                  <a:txBody>
                    <a:bodyPr/>
                    <a:lstStyle/>
                    <a:p>
                      <a:pPr algn="ctr" fontAlgn="b">
                        <a:buNone/>
                      </a:pPr>
                      <a:r>
                        <a:rPr lang="en-US" sz="2000" b="1" u="none" strike="noStrike" dirty="0">
                          <a:solidFill>
                            <a:schemeClr val="tx2">
                              <a:lumMod val="50000"/>
                            </a:schemeClr>
                          </a:solidFill>
                          <a:effectLst/>
                          <a:latin typeface="Abadi" panose="020F0502020204030204" pitchFamily="34" charset="0"/>
                        </a:rPr>
                        <a:t>Rust</a:t>
                      </a:r>
                      <a:endParaRPr lang="en-US" sz="2000" b="1" i="0" u="none" strike="noStrike" dirty="0">
                        <a:solidFill>
                          <a:schemeClr val="tx2">
                            <a:lumMod val="50000"/>
                          </a:schemeClr>
                        </a:solidFill>
                        <a:effectLst/>
                        <a:latin typeface="Abadi" panose="020F0502020204030204" pitchFamily="34" charset="0"/>
                      </a:endParaRPr>
                    </a:p>
                  </a:txBody>
                  <a:tcPr marL="10970" marR="10970" marT="9973" marB="0" anchor="b"/>
                </a:tc>
                <a:tc>
                  <a:txBody>
                    <a:bodyPr/>
                    <a:lstStyle/>
                    <a:p>
                      <a:pPr algn="ctr" fontAlgn="b">
                        <a:buNone/>
                      </a:pPr>
                      <a:r>
                        <a:rPr lang="en-US" sz="2000" b="1" u="none" strike="noStrike" dirty="0">
                          <a:solidFill>
                            <a:schemeClr val="tx2">
                              <a:lumMod val="50000"/>
                            </a:schemeClr>
                          </a:solidFill>
                          <a:effectLst/>
                          <a:latin typeface="Abadi" panose="020F0502020204030204" pitchFamily="34" charset="0"/>
                        </a:rPr>
                        <a:t>Python</a:t>
                      </a:r>
                      <a:endParaRPr lang="en-US" sz="2000" b="1" i="0" u="none" strike="noStrike" dirty="0">
                        <a:solidFill>
                          <a:schemeClr val="tx2">
                            <a:lumMod val="50000"/>
                          </a:schemeClr>
                        </a:solidFill>
                        <a:effectLst/>
                        <a:latin typeface="Abadi" panose="020F0502020204030204" pitchFamily="34" charset="0"/>
                      </a:endParaRPr>
                    </a:p>
                  </a:txBody>
                  <a:tcPr marL="10970" marR="10970" marT="9973" marB="0" anchor="b"/>
                </a:tc>
                <a:extLst>
                  <a:ext uri="{0D108BD9-81ED-4DB2-BD59-A6C34878D82A}">
                    <a16:rowId xmlns:a16="http://schemas.microsoft.com/office/drawing/2014/main" val="2005290048"/>
                  </a:ext>
                </a:extLst>
              </a:tr>
              <a:tr h="870973">
                <a:tc>
                  <a:txBody>
                    <a:bodyPr/>
                    <a:lstStyle/>
                    <a:p>
                      <a:pPr algn="ctr" fontAlgn="b">
                        <a:buNone/>
                      </a:pPr>
                      <a:r>
                        <a:rPr lang="en-US" sz="2000" b="1" i="0" u="none" strike="noStrike" dirty="0">
                          <a:solidFill>
                            <a:schemeClr val="tx2">
                              <a:lumMod val="50000"/>
                            </a:schemeClr>
                          </a:solidFill>
                          <a:effectLst/>
                          <a:latin typeface="Abadi" panose="020F0502020204030204" pitchFamily="34" charset="0"/>
                        </a:rPr>
                        <a:t>Search Algorithm</a:t>
                      </a:r>
                    </a:p>
                  </a:txBody>
                  <a:tcPr marL="10970" marR="10970" marT="9973" marB="0" anchor="b"/>
                </a:tc>
                <a:tc>
                  <a:txBody>
                    <a:bodyPr/>
                    <a:lstStyle/>
                    <a:p>
                      <a:pPr algn="ctr" fontAlgn="b">
                        <a:buNone/>
                      </a:pPr>
                      <a:r>
                        <a:rPr lang="en-US" sz="2000" b="1" u="none" strike="noStrike" dirty="0">
                          <a:solidFill>
                            <a:schemeClr val="tx2">
                              <a:lumMod val="50000"/>
                            </a:schemeClr>
                          </a:solidFill>
                          <a:effectLst/>
                          <a:latin typeface="Abadi" panose="020F0502020204030204" pitchFamily="34" charset="0"/>
                        </a:rPr>
                        <a:t>Time sec</a:t>
                      </a:r>
                      <a:endParaRPr lang="en-US" sz="2000" b="1" i="0" u="none" strike="noStrike" dirty="0">
                        <a:solidFill>
                          <a:schemeClr val="tx2">
                            <a:lumMod val="50000"/>
                          </a:schemeClr>
                        </a:solidFill>
                        <a:effectLst/>
                        <a:latin typeface="Abadi" panose="020F0502020204030204" pitchFamily="34" charset="0"/>
                      </a:endParaRPr>
                    </a:p>
                  </a:txBody>
                  <a:tcPr marL="10970" marR="10970" marT="9973" marB="0" anchor="b"/>
                </a:tc>
                <a:tc>
                  <a:txBody>
                    <a:bodyPr/>
                    <a:lstStyle/>
                    <a:p>
                      <a:pPr algn="ctr" fontAlgn="b">
                        <a:buNone/>
                      </a:pPr>
                      <a:r>
                        <a:rPr lang="en-US" sz="2000" b="1" u="none" strike="noStrike" dirty="0">
                          <a:solidFill>
                            <a:schemeClr val="tx2">
                              <a:lumMod val="50000"/>
                            </a:schemeClr>
                          </a:solidFill>
                          <a:effectLst/>
                          <a:latin typeface="Abadi" panose="020F0502020204030204" pitchFamily="34" charset="0"/>
                        </a:rPr>
                        <a:t>Time sec</a:t>
                      </a:r>
                      <a:endParaRPr lang="en-US" sz="2000" b="1" i="0" u="none" strike="noStrike" dirty="0">
                        <a:solidFill>
                          <a:schemeClr val="tx2">
                            <a:lumMod val="50000"/>
                          </a:schemeClr>
                        </a:solidFill>
                        <a:effectLst/>
                        <a:latin typeface="Abadi" panose="020F0502020204030204" pitchFamily="34" charset="0"/>
                      </a:endParaRPr>
                    </a:p>
                  </a:txBody>
                  <a:tcPr marL="10970" marR="10970" marT="9973" marB="0" anchor="b"/>
                </a:tc>
                <a:extLst>
                  <a:ext uri="{0D108BD9-81ED-4DB2-BD59-A6C34878D82A}">
                    <a16:rowId xmlns:a16="http://schemas.microsoft.com/office/drawing/2014/main" val="1492257989"/>
                  </a:ext>
                </a:extLst>
              </a:tr>
              <a:tr h="464135">
                <a:tc>
                  <a:txBody>
                    <a:bodyPr/>
                    <a:lstStyle/>
                    <a:p>
                      <a:pPr algn="ctr" fontAlgn="b">
                        <a:buNone/>
                      </a:pPr>
                      <a:r>
                        <a:rPr lang="en-US" sz="2000" u="none" strike="noStrike">
                          <a:solidFill>
                            <a:schemeClr val="tx2">
                              <a:lumMod val="50000"/>
                            </a:schemeClr>
                          </a:solidFill>
                          <a:effectLst/>
                          <a:latin typeface="Abadi ExtraLight" panose="020F0502020204030204" pitchFamily="34" charset="0"/>
                        </a:rPr>
                        <a:t>Binary</a:t>
                      </a:r>
                      <a:endParaRPr lang="en-US" sz="2000" b="0" i="0" u="none" strike="noStrike">
                        <a:solidFill>
                          <a:schemeClr val="tx2">
                            <a:lumMod val="50000"/>
                          </a:schemeClr>
                        </a:solidFill>
                        <a:effectLst/>
                        <a:latin typeface="Abadi ExtraLight" panose="020F0502020204030204" pitchFamily="34" charset="0"/>
                      </a:endParaRPr>
                    </a:p>
                  </a:txBody>
                  <a:tcPr marL="10970" marR="10970" marT="9973" marB="0" anchor="b"/>
                </a:tc>
                <a:tc>
                  <a:txBody>
                    <a:bodyPr/>
                    <a:lstStyle/>
                    <a:p>
                      <a:pPr algn="ctr" fontAlgn="b">
                        <a:buNone/>
                      </a:pPr>
                      <a:r>
                        <a:rPr lang="en-US" sz="2000" u="none" strike="noStrike">
                          <a:solidFill>
                            <a:schemeClr val="tx2">
                              <a:lumMod val="50000"/>
                            </a:schemeClr>
                          </a:solidFill>
                          <a:effectLst/>
                          <a:latin typeface="Abadi ExtraLight" panose="020F0502020204030204" pitchFamily="34" charset="0"/>
                        </a:rPr>
                        <a:t>1.124155</a:t>
                      </a:r>
                      <a:endParaRPr lang="en-US" sz="2000" b="0" i="0" u="none" strike="noStrike">
                        <a:solidFill>
                          <a:schemeClr val="tx2">
                            <a:lumMod val="50000"/>
                          </a:schemeClr>
                        </a:solidFill>
                        <a:effectLst/>
                        <a:latin typeface="Abadi ExtraLight" panose="020F0502020204030204" pitchFamily="34" charset="0"/>
                      </a:endParaRPr>
                    </a:p>
                  </a:txBody>
                  <a:tcPr marL="10970" marR="10970" marT="9973" marB="0" anchor="b"/>
                </a:tc>
                <a:tc>
                  <a:txBody>
                    <a:bodyPr/>
                    <a:lstStyle/>
                    <a:p>
                      <a:pPr algn="ctr" fontAlgn="b">
                        <a:buNone/>
                      </a:pPr>
                      <a:r>
                        <a:rPr lang="en-US" sz="2000" u="none" strike="noStrike" dirty="0">
                          <a:solidFill>
                            <a:schemeClr val="tx2">
                              <a:lumMod val="50000"/>
                            </a:schemeClr>
                          </a:solidFill>
                          <a:effectLst/>
                          <a:latin typeface="Abadi ExtraLight" panose="020F0502020204030204" pitchFamily="34" charset="0"/>
                        </a:rPr>
                        <a:t>0.26</a:t>
                      </a:r>
                      <a:endParaRPr lang="en-US" sz="2000" b="0" i="0" u="none" strike="noStrike" dirty="0">
                        <a:solidFill>
                          <a:schemeClr val="tx2">
                            <a:lumMod val="50000"/>
                          </a:schemeClr>
                        </a:solidFill>
                        <a:effectLst/>
                        <a:latin typeface="Abadi ExtraLight" panose="020F0502020204030204" pitchFamily="34" charset="0"/>
                      </a:endParaRPr>
                    </a:p>
                  </a:txBody>
                  <a:tcPr marL="10970" marR="10970" marT="9973" marB="0" anchor="b"/>
                </a:tc>
                <a:extLst>
                  <a:ext uri="{0D108BD9-81ED-4DB2-BD59-A6C34878D82A}">
                    <a16:rowId xmlns:a16="http://schemas.microsoft.com/office/drawing/2014/main" val="3856281225"/>
                  </a:ext>
                </a:extLst>
              </a:tr>
              <a:tr h="464135">
                <a:tc>
                  <a:txBody>
                    <a:bodyPr/>
                    <a:lstStyle/>
                    <a:p>
                      <a:pPr algn="ctr" fontAlgn="b">
                        <a:buNone/>
                      </a:pPr>
                      <a:r>
                        <a:rPr lang="en-US" sz="2000" u="none" strike="noStrike">
                          <a:solidFill>
                            <a:schemeClr val="tx2">
                              <a:lumMod val="50000"/>
                            </a:schemeClr>
                          </a:solidFill>
                          <a:effectLst/>
                          <a:latin typeface="Abadi ExtraLight" panose="020F0502020204030204" pitchFamily="34" charset="0"/>
                        </a:rPr>
                        <a:t>Interpolation</a:t>
                      </a:r>
                      <a:endParaRPr lang="en-US" sz="2000" b="0" i="0" u="none" strike="noStrike">
                        <a:solidFill>
                          <a:schemeClr val="tx2">
                            <a:lumMod val="50000"/>
                          </a:schemeClr>
                        </a:solidFill>
                        <a:effectLst/>
                        <a:latin typeface="Abadi ExtraLight" panose="020F0502020204030204" pitchFamily="34" charset="0"/>
                      </a:endParaRPr>
                    </a:p>
                  </a:txBody>
                  <a:tcPr marL="10970" marR="10970" marT="9973" marB="0" anchor="b"/>
                </a:tc>
                <a:tc>
                  <a:txBody>
                    <a:bodyPr/>
                    <a:lstStyle/>
                    <a:p>
                      <a:pPr algn="ctr" fontAlgn="b">
                        <a:buNone/>
                      </a:pPr>
                      <a:r>
                        <a:rPr lang="en-US" sz="2000" u="none" strike="noStrike" dirty="0">
                          <a:solidFill>
                            <a:schemeClr val="tx2">
                              <a:lumMod val="50000"/>
                            </a:schemeClr>
                          </a:solidFill>
                          <a:effectLst/>
                          <a:latin typeface="Abadi ExtraLight" panose="020F0502020204030204" pitchFamily="34" charset="0"/>
                        </a:rPr>
                        <a:t>1.07282</a:t>
                      </a:r>
                      <a:endParaRPr lang="en-US" sz="2000" b="0" i="0" u="none" strike="noStrike" dirty="0">
                        <a:solidFill>
                          <a:schemeClr val="tx2">
                            <a:lumMod val="50000"/>
                          </a:schemeClr>
                        </a:solidFill>
                        <a:effectLst/>
                        <a:latin typeface="Abadi ExtraLight" panose="020F0502020204030204" pitchFamily="34" charset="0"/>
                      </a:endParaRPr>
                    </a:p>
                  </a:txBody>
                  <a:tcPr marL="10970" marR="10970" marT="9973" marB="0" anchor="b"/>
                </a:tc>
                <a:tc>
                  <a:txBody>
                    <a:bodyPr/>
                    <a:lstStyle/>
                    <a:p>
                      <a:pPr algn="ctr" fontAlgn="b">
                        <a:buNone/>
                      </a:pPr>
                      <a:r>
                        <a:rPr lang="en-US" sz="2000" u="none" strike="noStrike" dirty="0">
                          <a:solidFill>
                            <a:schemeClr val="tx2">
                              <a:lumMod val="50000"/>
                            </a:schemeClr>
                          </a:solidFill>
                          <a:effectLst/>
                          <a:latin typeface="Abadi ExtraLight" panose="020F0502020204030204" pitchFamily="34" charset="0"/>
                        </a:rPr>
                        <a:t>0.32126</a:t>
                      </a:r>
                      <a:endParaRPr lang="en-US" sz="2000" b="0" i="0" u="none" strike="noStrike" dirty="0">
                        <a:solidFill>
                          <a:schemeClr val="tx2">
                            <a:lumMod val="50000"/>
                          </a:schemeClr>
                        </a:solidFill>
                        <a:effectLst/>
                        <a:latin typeface="Abadi ExtraLight" panose="020F0502020204030204" pitchFamily="34" charset="0"/>
                      </a:endParaRPr>
                    </a:p>
                  </a:txBody>
                  <a:tcPr marL="10970" marR="10970" marT="9973" marB="0" anchor="b"/>
                </a:tc>
                <a:extLst>
                  <a:ext uri="{0D108BD9-81ED-4DB2-BD59-A6C34878D82A}">
                    <a16:rowId xmlns:a16="http://schemas.microsoft.com/office/drawing/2014/main" val="1660968683"/>
                  </a:ext>
                </a:extLst>
              </a:tr>
              <a:tr h="464135">
                <a:tc>
                  <a:txBody>
                    <a:bodyPr/>
                    <a:lstStyle/>
                    <a:p>
                      <a:pPr algn="ctr" fontAlgn="b">
                        <a:buNone/>
                      </a:pPr>
                      <a:r>
                        <a:rPr lang="en-US" sz="2000" u="none" strike="noStrike">
                          <a:solidFill>
                            <a:schemeClr val="tx2">
                              <a:lumMod val="50000"/>
                            </a:schemeClr>
                          </a:solidFill>
                          <a:effectLst/>
                          <a:latin typeface="Abadi ExtraLight" panose="020F0502020204030204" pitchFamily="34" charset="0"/>
                        </a:rPr>
                        <a:t>Jump</a:t>
                      </a:r>
                      <a:endParaRPr lang="en-US" sz="2000" b="0" i="0" u="none" strike="noStrike">
                        <a:solidFill>
                          <a:schemeClr val="tx2">
                            <a:lumMod val="50000"/>
                          </a:schemeClr>
                        </a:solidFill>
                        <a:effectLst/>
                        <a:latin typeface="Abadi ExtraLight" panose="020F0502020204030204" pitchFamily="34" charset="0"/>
                      </a:endParaRPr>
                    </a:p>
                  </a:txBody>
                  <a:tcPr marL="10970" marR="10970" marT="9973" marB="0" anchor="b"/>
                </a:tc>
                <a:tc>
                  <a:txBody>
                    <a:bodyPr/>
                    <a:lstStyle/>
                    <a:p>
                      <a:pPr algn="ctr" fontAlgn="b">
                        <a:buNone/>
                      </a:pPr>
                      <a:r>
                        <a:rPr lang="en-US" sz="2000" u="none" strike="noStrike">
                          <a:solidFill>
                            <a:schemeClr val="tx2">
                              <a:lumMod val="50000"/>
                            </a:schemeClr>
                          </a:solidFill>
                          <a:effectLst/>
                          <a:latin typeface="Abadi ExtraLight" panose="020F0502020204030204" pitchFamily="34" charset="0"/>
                        </a:rPr>
                        <a:t>1.024465</a:t>
                      </a:r>
                      <a:endParaRPr lang="en-US" sz="2000" b="0" i="0" u="none" strike="noStrike">
                        <a:solidFill>
                          <a:schemeClr val="tx2">
                            <a:lumMod val="50000"/>
                          </a:schemeClr>
                        </a:solidFill>
                        <a:effectLst/>
                        <a:latin typeface="Abadi ExtraLight" panose="020F0502020204030204" pitchFamily="34" charset="0"/>
                      </a:endParaRPr>
                    </a:p>
                  </a:txBody>
                  <a:tcPr marL="10970" marR="10970" marT="9973" marB="0" anchor="b"/>
                </a:tc>
                <a:tc>
                  <a:txBody>
                    <a:bodyPr/>
                    <a:lstStyle/>
                    <a:p>
                      <a:pPr algn="ctr" fontAlgn="b">
                        <a:buNone/>
                      </a:pPr>
                      <a:r>
                        <a:rPr lang="en-US" sz="2000" u="none" strike="noStrike" dirty="0">
                          <a:solidFill>
                            <a:schemeClr val="tx2">
                              <a:lumMod val="50000"/>
                            </a:schemeClr>
                          </a:solidFill>
                          <a:effectLst/>
                          <a:latin typeface="Abadi ExtraLight" panose="020F0502020204030204" pitchFamily="34" charset="0"/>
                        </a:rPr>
                        <a:t>0.321994</a:t>
                      </a:r>
                      <a:endParaRPr lang="en-US" sz="2000" b="0" i="0" u="none" strike="noStrike" dirty="0">
                        <a:solidFill>
                          <a:schemeClr val="tx2">
                            <a:lumMod val="50000"/>
                          </a:schemeClr>
                        </a:solidFill>
                        <a:effectLst/>
                        <a:latin typeface="Abadi ExtraLight" panose="020F0502020204030204" pitchFamily="34" charset="0"/>
                      </a:endParaRPr>
                    </a:p>
                  </a:txBody>
                  <a:tcPr marL="10970" marR="10970" marT="9973" marB="0" anchor="b"/>
                </a:tc>
                <a:extLst>
                  <a:ext uri="{0D108BD9-81ED-4DB2-BD59-A6C34878D82A}">
                    <a16:rowId xmlns:a16="http://schemas.microsoft.com/office/drawing/2014/main" val="2454851270"/>
                  </a:ext>
                </a:extLst>
              </a:tr>
              <a:tr h="464135">
                <a:tc>
                  <a:txBody>
                    <a:bodyPr/>
                    <a:lstStyle/>
                    <a:p>
                      <a:pPr algn="ctr" fontAlgn="b">
                        <a:buNone/>
                      </a:pPr>
                      <a:r>
                        <a:rPr lang="en-US" sz="2000" u="none" strike="noStrike" dirty="0">
                          <a:solidFill>
                            <a:schemeClr val="tx2">
                              <a:lumMod val="50000"/>
                            </a:schemeClr>
                          </a:solidFill>
                          <a:effectLst/>
                          <a:latin typeface="Abadi ExtraLight" panose="020F0502020204030204" pitchFamily="34" charset="0"/>
                        </a:rPr>
                        <a:t>Linear</a:t>
                      </a:r>
                      <a:endParaRPr lang="en-US" sz="2000" b="0" i="0" u="none" strike="noStrike" dirty="0">
                        <a:solidFill>
                          <a:schemeClr val="tx2">
                            <a:lumMod val="50000"/>
                          </a:schemeClr>
                        </a:solidFill>
                        <a:effectLst/>
                        <a:latin typeface="Abadi ExtraLight" panose="020F0502020204030204" pitchFamily="34" charset="0"/>
                      </a:endParaRPr>
                    </a:p>
                  </a:txBody>
                  <a:tcPr marL="10970" marR="10970" marT="9973" marB="0" anchor="b"/>
                </a:tc>
                <a:tc>
                  <a:txBody>
                    <a:bodyPr/>
                    <a:lstStyle/>
                    <a:p>
                      <a:pPr algn="ctr" fontAlgn="b">
                        <a:buNone/>
                      </a:pPr>
                      <a:r>
                        <a:rPr lang="en-US" sz="2000" u="none" strike="noStrike">
                          <a:solidFill>
                            <a:schemeClr val="tx2">
                              <a:lumMod val="50000"/>
                            </a:schemeClr>
                          </a:solidFill>
                          <a:effectLst/>
                          <a:latin typeface="Abadi ExtraLight" panose="020F0502020204030204" pitchFamily="34" charset="0"/>
                        </a:rPr>
                        <a:t>1.041261</a:t>
                      </a:r>
                      <a:endParaRPr lang="en-US" sz="2000" b="0" i="0" u="none" strike="noStrike">
                        <a:solidFill>
                          <a:schemeClr val="tx2">
                            <a:lumMod val="50000"/>
                          </a:schemeClr>
                        </a:solidFill>
                        <a:effectLst/>
                        <a:latin typeface="Abadi ExtraLight" panose="020F0502020204030204" pitchFamily="34" charset="0"/>
                      </a:endParaRPr>
                    </a:p>
                  </a:txBody>
                  <a:tcPr marL="10970" marR="10970" marT="9973" marB="0" anchor="b"/>
                </a:tc>
                <a:tc>
                  <a:txBody>
                    <a:bodyPr/>
                    <a:lstStyle/>
                    <a:p>
                      <a:pPr algn="ctr" fontAlgn="b">
                        <a:buNone/>
                      </a:pPr>
                      <a:r>
                        <a:rPr lang="en-US" sz="2000" u="none" strike="noStrike" dirty="0">
                          <a:solidFill>
                            <a:schemeClr val="tx2">
                              <a:lumMod val="50000"/>
                            </a:schemeClr>
                          </a:solidFill>
                          <a:effectLst/>
                          <a:latin typeface="Abadi ExtraLight" panose="020F0502020204030204" pitchFamily="34" charset="0"/>
                        </a:rPr>
                        <a:t>1.04</a:t>
                      </a:r>
                      <a:endParaRPr lang="en-US" sz="2000" b="0" i="0" u="none" strike="noStrike" dirty="0">
                        <a:solidFill>
                          <a:schemeClr val="tx2">
                            <a:lumMod val="50000"/>
                          </a:schemeClr>
                        </a:solidFill>
                        <a:effectLst/>
                        <a:latin typeface="Abadi ExtraLight" panose="020F0502020204030204" pitchFamily="34" charset="0"/>
                      </a:endParaRPr>
                    </a:p>
                  </a:txBody>
                  <a:tcPr marL="10970" marR="10970" marT="9973" marB="0" anchor="b"/>
                </a:tc>
                <a:extLst>
                  <a:ext uri="{0D108BD9-81ED-4DB2-BD59-A6C34878D82A}">
                    <a16:rowId xmlns:a16="http://schemas.microsoft.com/office/drawing/2014/main" val="253790431"/>
                  </a:ext>
                </a:extLst>
              </a:tr>
            </a:tbl>
          </a:graphicData>
        </a:graphic>
      </p:graphicFrame>
    </p:spTree>
    <p:extLst>
      <p:ext uri="{BB962C8B-B14F-4D97-AF65-F5344CB8AC3E}">
        <p14:creationId xmlns:p14="http://schemas.microsoft.com/office/powerpoint/2010/main" val="1569183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780FC50-DE01-60FE-E6ED-D9B2FEC43D93}"/>
              </a:ext>
            </a:extLst>
          </p:cNvPr>
          <p:cNvSpPr>
            <a:spLocks noGrp="1"/>
          </p:cNvSpPr>
          <p:nvPr>
            <p:ph type="body" sz="half" idx="2"/>
          </p:nvPr>
        </p:nvSpPr>
        <p:spPr>
          <a:xfrm>
            <a:off x="365760" y="1262053"/>
            <a:ext cx="4114800" cy="3657600"/>
          </a:xfrm>
        </p:spPr>
        <p:txBody>
          <a:bodyPr>
            <a:normAutofit lnSpcReduction="10000"/>
          </a:bodyPr>
          <a:lstStyle/>
          <a:p>
            <a:pPr marL="285750" indent="-285750">
              <a:lnSpc>
                <a:spcPct val="150000"/>
              </a:lnSpc>
              <a:buFont typeface="Arial" panose="020B0604020202020204" pitchFamily="34" charset="0"/>
              <a:buChar char="•"/>
            </a:pPr>
            <a:r>
              <a:rPr lang="en-US" sz="1800" b="1" dirty="0"/>
              <a:t>Rust is much more memory-efficient</a:t>
            </a:r>
            <a:r>
              <a:rPr lang="en-US" sz="1800" dirty="0"/>
              <a:t> — roughly </a:t>
            </a:r>
            <a:r>
              <a:rPr lang="en-US" sz="1800" b="1" dirty="0"/>
              <a:t>2.7× less memory</a:t>
            </a:r>
            <a:r>
              <a:rPr lang="en-US" sz="1800" dirty="0"/>
              <a:t> than Python across all algorithms</a:t>
            </a:r>
          </a:p>
          <a:p>
            <a:pPr marL="285750" indent="-285750">
              <a:lnSpc>
                <a:spcPct val="150000"/>
              </a:lnSpc>
              <a:buFont typeface="Arial" panose="020B0604020202020204" pitchFamily="34" charset="0"/>
              <a:buChar char="•"/>
            </a:pPr>
            <a:r>
              <a:rPr lang="en-US" sz="1800" dirty="0"/>
              <a:t>The </a:t>
            </a:r>
            <a:r>
              <a:rPr lang="en-US" sz="1800" b="1" dirty="0"/>
              <a:t>difference across algorithms</a:t>
            </a:r>
            <a:r>
              <a:rPr lang="en-US" sz="1800" dirty="0"/>
              <a:t> within the same language is minimal </a:t>
            </a:r>
          </a:p>
          <a:p>
            <a:pPr marL="285750" indent="-285750">
              <a:lnSpc>
                <a:spcPct val="150000"/>
              </a:lnSpc>
              <a:buFont typeface="Arial" panose="020B0604020202020204" pitchFamily="34" charset="0"/>
              <a:buChar char="•"/>
            </a:pPr>
            <a:r>
              <a:rPr lang="en-US" sz="1800" dirty="0"/>
              <a:t>The </a:t>
            </a:r>
            <a:r>
              <a:rPr lang="en-US" sz="1800" b="1" dirty="0"/>
              <a:t>variation</a:t>
            </a:r>
            <a:r>
              <a:rPr lang="en-US" sz="1800" dirty="0"/>
              <a:t> (max–min) within:</a:t>
            </a:r>
          </a:p>
          <a:p>
            <a:pPr marL="468630" lvl="1" indent="-285750">
              <a:lnSpc>
                <a:spcPct val="150000"/>
              </a:lnSpc>
            </a:pPr>
            <a:r>
              <a:rPr lang="en-US" sz="2000" dirty="0"/>
              <a:t>Rust: ~0.9 MB (very stable)</a:t>
            </a:r>
          </a:p>
          <a:p>
            <a:pPr marL="468630" lvl="1" indent="-285750">
              <a:lnSpc>
                <a:spcPct val="150000"/>
              </a:lnSpc>
            </a:pPr>
            <a:r>
              <a:rPr lang="en-US" sz="2000" dirty="0"/>
              <a:t>Python: ~0.2 MB (also stable)</a:t>
            </a:r>
          </a:p>
          <a:p>
            <a:endParaRPr lang="en-US" sz="1800" dirty="0"/>
          </a:p>
        </p:txBody>
      </p:sp>
      <p:sp>
        <p:nvSpPr>
          <p:cNvPr id="5" name="Text Placeholder 4">
            <a:extLst>
              <a:ext uri="{FF2B5EF4-FFF2-40B4-BE49-F238E27FC236}">
                <a16:creationId xmlns:a16="http://schemas.microsoft.com/office/drawing/2014/main" id="{6933EE4B-868E-766E-AD30-FD8DC7006134}"/>
              </a:ext>
            </a:extLst>
          </p:cNvPr>
          <p:cNvSpPr>
            <a:spLocks noGrp="1"/>
          </p:cNvSpPr>
          <p:nvPr>
            <p:ph type="body" sz="quarter" idx="13"/>
          </p:nvPr>
        </p:nvSpPr>
        <p:spPr/>
        <p:txBody>
          <a:bodyPr/>
          <a:lstStyle/>
          <a:p>
            <a:r>
              <a:rPr lang="en-US" sz="2400" dirty="0"/>
              <a:t>Memory Profiling</a:t>
            </a:r>
          </a:p>
        </p:txBody>
      </p:sp>
      <p:pic>
        <p:nvPicPr>
          <p:cNvPr id="10" name="Picture 9" descr="A graph of a graph showing different types of data&#10;&#10;AI-generated content may be incorrect.">
            <a:extLst>
              <a:ext uri="{FF2B5EF4-FFF2-40B4-BE49-F238E27FC236}">
                <a16:creationId xmlns:a16="http://schemas.microsoft.com/office/drawing/2014/main" id="{75DCA39C-F8D8-A046-83FB-3307E98651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7598" y="1600200"/>
            <a:ext cx="6071543" cy="3657600"/>
          </a:xfrm>
          <a:prstGeom prst="rect">
            <a:avLst/>
          </a:prstGeom>
        </p:spPr>
      </p:pic>
    </p:spTree>
    <p:extLst>
      <p:ext uri="{BB962C8B-B14F-4D97-AF65-F5344CB8AC3E}">
        <p14:creationId xmlns:p14="http://schemas.microsoft.com/office/powerpoint/2010/main" val="25625042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74BF69F4-4B50-C67D-C042-59F0EB4F6998}"/>
              </a:ext>
            </a:extLst>
          </p:cNvPr>
          <p:cNvSpPr>
            <a:spLocks noGrp="1"/>
          </p:cNvSpPr>
          <p:nvPr>
            <p:ph type="body" sz="quarter" idx="13"/>
          </p:nvPr>
        </p:nvSpPr>
        <p:spPr/>
        <p:txBody>
          <a:bodyPr/>
          <a:lstStyle/>
          <a:p>
            <a:r>
              <a:rPr lang="en-US" sz="2400" dirty="0"/>
              <a:t>Scalability</a:t>
            </a:r>
          </a:p>
        </p:txBody>
      </p:sp>
      <p:pic>
        <p:nvPicPr>
          <p:cNvPr id="7" name="Content Placeholder 6" descr="A graph of a number of bars&#10;&#10;AI-generated content may be incorrect.">
            <a:extLst>
              <a:ext uri="{FF2B5EF4-FFF2-40B4-BE49-F238E27FC236}">
                <a16:creationId xmlns:a16="http://schemas.microsoft.com/office/drawing/2014/main" id="{A0478346-2253-C07C-E25A-D8612D7FA3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69342" y="1388126"/>
            <a:ext cx="6326255" cy="4081747"/>
          </a:xfrm>
        </p:spPr>
      </p:pic>
      <p:sp>
        <p:nvSpPr>
          <p:cNvPr id="4" name="Text Placeholder 3">
            <a:extLst>
              <a:ext uri="{FF2B5EF4-FFF2-40B4-BE49-F238E27FC236}">
                <a16:creationId xmlns:a16="http://schemas.microsoft.com/office/drawing/2014/main" id="{7208EE9B-5AD7-6CBA-E684-355832957589}"/>
              </a:ext>
            </a:extLst>
          </p:cNvPr>
          <p:cNvSpPr>
            <a:spLocks noGrp="1"/>
          </p:cNvSpPr>
          <p:nvPr>
            <p:ph type="body" sz="half" idx="2"/>
          </p:nvPr>
        </p:nvSpPr>
        <p:spPr>
          <a:xfrm>
            <a:off x="365760" y="1203248"/>
            <a:ext cx="4114800" cy="3657600"/>
          </a:xfrm>
        </p:spPr>
        <p:txBody>
          <a:bodyPr>
            <a:noAutofit/>
          </a:bodyPr>
          <a:lstStyle/>
          <a:p>
            <a:pPr marL="285750" indent="-285750">
              <a:buFont typeface="Arial" panose="020B0604020202020204" pitchFamily="34" charset="0"/>
              <a:buChar char="•"/>
            </a:pPr>
            <a:r>
              <a:rPr lang="en-US" sz="1800" dirty="0"/>
              <a:t>What happens when we increase array size?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Who scales better?</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Consider the search algorithm with max time complexity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The comparative study shows that </a:t>
            </a:r>
            <a:r>
              <a:rPr lang="en-US" sz="1800" b="1" dirty="0"/>
              <a:t>Rust consistently outperforms Python</a:t>
            </a:r>
            <a:r>
              <a:rPr lang="en-US" sz="1800" dirty="0"/>
              <a:t> in both </a:t>
            </a:r>
            <a:r>
              <a:rPr lang="en-US" sz="1800" b="1" dirty="0"/>
              <a:t>execution time</a:t>
            </a:r>
            <a:r>
              <a:rPr lang="en-US" sz="1800" dirty="0"/>
              <a:t> and </a:t>
            </a:r>
            <a:r>
              <a:rPr lang="en-US" sz="1800" b="1" dirty="0"/>
              <a:t>memory efficiency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459739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3E0EEFA1-CB7A-4F8A-B34B-83EBF0967B7A}"/>
              </a:ext>
            </a:extLst>
          </p:cNvPr>
          <p:cNvSpPr>
            <a:spLocks noGrp="1"/>
          </p:cNvSpPr>
          <p:nvPr>
            <p:ph type="body" sz="quarter" idx="13"/>
          </p:nvPr>
        </p:nvSpPr>
        <p:spPr/>
        <p:txBody>
          <a:bodyPr/>
          <a:lstStyle/>
          <a:p>
            <a:r>
              <a:rPr lang="en-US" sz="2400" dirty="0"/>
              <a:t>Conclusions</a:t>
            </a:r>
          </a:p>
          <a:p>
            <a:endParaRPr lang="en-US" sz="2400" dirty="0"/>
          </a:p>
        </p:txBody>
      </p:sp>
      <p:sp>
        <p:nvSpPr>
          <p:cNvPr id="9" name="Content Placeholder 8">
            <a:extLst>
              <a:ext uri="{FF2B5EF4-FFF2-40B4-BE49-F238E27FC236}">
                <a16:creationId xmlns:a16="http://schemas.microsoft.com/office/drawing/2014/main" id="{08238798-2987-1D6C-0300-BD2ACC9531E8}"/>
              </a:ext>
            </a:extLst>
          </p:cNvPr>
          <p:cNvSpPr>
            <a:spLocks noGrp="1"/>
          </p:cNvSpPr>
          <p:nvPr>
            <p:ph sz="half" idx="15"/>
          </p:nvPr>
        </p:nvSpPr>
        <p:spPr>
          <a:xfrm>
            <a:off x="365759" y="993876"/>
            <a:ext cx="11324887" cy="4297680"/>
          </a:xfrm>
        </p:spPr>
        <p:txBody>
          <a:bodyPr>
            <a:normAutofit/>
          </a:bodyPr>
          <a:lstStyle/>
          <a:p>
            <a:pPr marL="285750" indent="-285750">
              <a:buFont typeface="Arial" panose="020B0604020202020204" pitchFamily="34" charset="0"/>
              <a:buChar char="•"/>
            </a:pPr>
            <a:r>
              <a:rPr lang="en-US" sz="1800" b="1" dirty="0"/>
              <a:t>Time Performance</a:t>
            </a:r>
          </a:p>
          <a:p>
            <a:pPr marL="525780" lvl="1" indent="-342900">
              <a:buFont typeface="+mj-lt"/>
              <a:buAutoNum type="alphaUcPeriod"/>
            </a:pPr>
            <a:r>
              <a:rPr lang="en-US" sz="1800" b="1" dirty="0"/>
              <a:t>Rust outperforms Python</a:t>
            </a:r>
            <a:r>
              <a:rPr lang="en-US" sz="1800" dirty="0"/>
              <a:t> in both preprocessing and searching speed.</a:t>
            </a:r>
          </a:p>
          <a:p>
            <a:pPr marL="525780" lvl="1" indent="-342900">
              <a:buFont typeface="+mj-lt"/>
              <a:buAutoNum type="alphaUcPeriod"/>
            </a:pPr>
            <a:r>
              <a:rPr lang="en-US" sz="1800" dirty="0"/>
              <a:t>Shows </a:t>
            </a:r>
            <a:r>
              <a:rPr lang="en-US" sz="1800" b="1" dirty="0"/>
              <a:t>better scalability</a:t>
            </a:r>
            <a:r>
              <a:rPr lang="en-US" sz="1800" dirty="0"/>
              <a:t> and is ideal for </a:t>
            </a:r>
            <a:r>
              <a:rPr lang="en-US" sz="1800" b="1" dirty="0"/>
              <a:t>high-performance ETL</a:t>
            </a:r>
            <a:r>
              <a:rPr lang="en-US" sz="1800" dirty="0"/>
              <a:t> and </a:t>
            </a:r>
            <a:r>
              <a:rPr lang="en-US" sz="1800" b="1" dirty="0"/>
              <a:t>real-time data processing</a:t>
            </a:r>
            <a:r>
              <a:rPr lang="en-US" sz="1800" dirty="0"/>
              <a:t>.</a:t>
            </a:r>
          </a:p>
          <a:p>
            <a:pPr marL="525780" lvl="1" indent="-342900">
              <a:buFont typeface="+mj-lt"/>
              <a:buAutoNum type="alphaUcPeriod"/>
            </a:pPr>
            <a:r>
              <a:rPr lang="en-US" sz="1800" b="1" dirty="0"/>
              <a:t>Python</a:t>
            </a:r>
            <a:r>
              <a:rPr lang="en-US" sz="1800" dirty="0"/>
              <a:t> remains stronger for </a:t>
            </a:r>
            <a:r>
              <a:rPr lang="en-US" sz="1800" b="1" dirty="0"/>
              <a:t>rapid prototyping</a:t>
            </a:r>
            <a:r>
              <a:rPr lang="en-US" sz="1800" dirty="0"/>
              <a:t> and </a:t>
            </a:r>
            <a:r>
              <a:rPr lang="en-US" sz="1800" b="1" dirty="0"/>
              <a:t>flexibility</a:t>
            </a:r>
            <a:r>
              <a:rPr lang="en-US" sz="1800" dirty="0"/>
              <a:t>.</a:t>
            </a:r>
          </a:p>
          <a:p>
            <a:pPr marL="525780" lvl="1" indent="-342900">
              <a:buFont typeface="+mj-lt"/>
              <a:buAutoNum type="alphaUcPeriod"/>
            </a:pPr>
            <a:endParaRPr lang="en-US" sz="1800" dirty="0"/>
          </a:p>
          <a:p>
            <a:pPr marL="285750" indent="-285750">
              <a:buFont typeface="Arial" panose="020B0604020202020204" pitchFamily="34" charset="0"/>
              <a:buChar char="•"/>
            </a:pPr>
            <a:r>
              <a:rPr lang="en-US" sz="1800" b="1" dirty="0"/>
              <a:t>Memory Performance</a:t>
            </a:r>
          </a:p>
          <a:p>
            <a:pPr marL="525780" lvl="1" indent="-342900">
              <a:buFont typeface="+mj-lt"/>
              <a:buAutoNum type="alphaUcPeriod"/>
            </a:pPr>
            <a:r>
              <a:rPr lang="en-US" sz="1800" b="1" dirty="0"/>
              <a:t>Rust uses less and more predictable memory</a:t>
            </a:r>
            <a:r>
              <a:rPr lang="en-US" sz="1800" dirty="0"/>
              <a:t> across all tasks.</a:t>
            </a:r>
          </a:p>
          <a:p>
            <a:pPr marL="525780" lvl="1" indent="-342900">
              <a:buFont typeface="+mj-lt"/>
              <a:buAutoNum type="alphaUcPeriod"/>
            </a:pPr>
            <a:r>
              <a:rPr lang="en-US" sz="1800" dirty="0"/>
              <a:t>Its </a:t>
            </a:r>
            <a:r>
              <a:rPr lang="en-US" sz="1800" b="1" dirty="0"/>
              <a:t>ownership model</a:t>
            </a:r>
            <a:r>
              <a:rPr lang="en-US" sz="1800" dirty="0"/>
              <a:t> ensures efficient reuse, unlike Python’s </a:t>
            </a:r>
            <a:r>
              <a:rPr lang="en-US" sz="1800" b="1" dirty="0"/>
              <a:t>garbage collection</a:t>
            </a:r>
            <a:r>
              <a:rPr lang="en-US" sz="1800" dirty="0"/>
              <a:t>.</a:t>
            </a:r>
          </a:p>
          <a:p>
            <a:pPr marL="525780" lvl="1" indent="-342900">
              <a:buFont typeface="+mj-lt"/>
              <a:buAutoNum type="alphaUcPeriod"/>
            </a:pPr>
            <a:r>
              <a:rPr lang="en-US" sz="1800" b="1" dirty="0"/>
              <a:t>Rust offers stable, scalable performance</a:t>
            </a:r>
            <a:r>
              <a:rPr lang="en-US" sz="1800" dirty="0"/>
              <a:t>, while </a:t>
            </a:r>
            <a:r>
              <a:rPr lang="en-US" sz="1800" b="1" dirty="0"/>
              <a:t>Python suits analytical experimentation</a:t>
            </a:r>
            <a:r>
              <a:rPr lang="en-US" sz="1800" dirty="0"/>
              <a:t>.</a:t>
            </a:r>
          </a:p>
          <a:p>
            <a:endParaRPr lang="en-US" sz="1800" dirty="0"/>
          </a:p>
        </p:txBody>
      </p:sp>
    </p:spTree>
    <p:extLst>
      <p:ext uri="{BB962C8B-B14F-4D97-AF65-F5344CB8AC3E}">
        <p14:creationId xmlns:p14="http://schemas.microsoft.com/office/powerpoint/2010/main" val="3334631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9B003-A4AC-36CA-68D6-AF73C362083C}"/>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4798DC7E-C971-4082-16FA-2BA333BD47FF}"/>
              </a:ext>
            </a:extLst>
          </p:cNvPr>
          <p:cNvSpPr>
            <a:spLocks noGrp="1"/>
          </p:cNvSpPr>
          <p:nvPr>
            <p:ph type="body" sz="quarter" idx="13"/>
          </p:nvPr>
        </p:nvSpPr>
        <p:spPr/>
        <p:txBody>
          <a:bodyPr/>
          <a:lstStyle/>
          <a:p>
            <a:r>
              <a:rPr lang="en-US" sz="2400" dirty="0"/>
              <a:t>Next Steps</a:t>
            </a:r>
          </a:p>
          <a:p>
            <a:endParaRPr lang="en-US" sz="2400" dirty="0"/>
          </a:p>
        </p:txBody>
      </p:sp>
      <p:sp>
        <p:nvSpPr>
          <p:cNvPr id="9" name="Content Placeholder 8">
            <a:extLst>
              <a:ext uri="{FF2B5EF4-FFF2-40B4-BE49-F238E27FC236}">
                <a16:creationId xmlns:a16="http://schemas.microsoft.com/office/drawing/2014/main" id="{7FB67A87-5852-A074-ABD4-7C1C5675CF36}"/>
              </a:ext>
            </a:extLst>
          </p:cNvPr>
          <p:cNvSpPr>
            <a:spLocks noGrp="1"/>
          </p:cNvSpPr>
          <p:nvPr>
            <p:ph sz="half" idx="15"/>
          </p:nvPr>
        </p:nvSpPr>
        <p:spPr>
          <a:xfrm>
            <a:off x="365759" y="993876"/>
            <a:ext cx="11324887" cy="4297680"/>
          </a:xfrm>
        </p:spPr>
        <p:txBody>
          <a:bodyPr>
            <a:normAutofit/>
          </a:bodyPr>
          <a:lstStyle/>
          <a:p>
            <a:pPr marL="285750" indent="-285750">
              <a:buFont typeface="Arial" panose="020B0604020202020204" pitchFamily="34" charset="0"/>
              <a:buChar char="•"/>
            </a:pPr>
            <a:r>
              <a:rPr lang="en-US" sz="1800" dirty="0"/>
              <a:t>Integrate </a:t>
            </a:r>
            <a:r>
              <a:rPr lang="en-US" sz="1800" b="1" dirty="0"/>
              <a:t>multi-threading and parallelism</a:t>
            </a:r>
            <a:r>
              <a:rPr lang="en-US" sz="1800" dirty="0"/>
              <a:t> in Rust and </a:t>
            </a:r>
            <a:r>
              <a:rPr lang="en-US" sz="1800" b="1" dirty="0"/>
              <a:t>multiprocessing in Python</a:t>
            </a:r>
            <a:r>
              <a:rPr lang="en-US" sz="1800" dirty="0"/>
              <a:t> to evaluate performance gains and CPU utilization under concurrent workloads.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Expand the scope to other algorithmic domains such as </a:t>
            </a:r>
            <a:r>
              <a:rPr lang="en-US" sz="1800" b="1" dirty="0"/>
              <a:t>sorting, regression, and clustering</a:t>
            </a:r>
            <a:r>
              <a:rPr lang="en-US" sz="1800" dirty="0"/>
              <a:t> to generalize the performance trends observed.</a:t>
            </a:r>
          </a:p>
        </p:txBody>
      </p:sp>
    </p:spTree>
    <p:extLst>
      <p:ext uri="{BB962C8B-B14F-4D97-AF65-F5344CB8AC3E}">
        <p14:creationId xmlns:p14="http://schemas.microsoft.com/office/powerpoint/2010/main" val="459652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3214C-3686-7A2D-686F-8AA2A6091143}"/>
            </a:ext>
          </a:extLst>
        </p:cNvPr>
        <p:cNvGrpSpPr/>
        <p:nvPr/>
      </p:nvGrpSpPr>
      <p:grpSpPr>
        <a:xfrm>
          <a:off x="0" y="0"/>
          <a:ext cx="0" cy="0"/>
          <a:chOff x="0" y="0"/>
          <a:chExt cx="0" cy="0"/>
        </a:xfrm>
      </p:grpSpPr>
      <p:pic>
        <p:nvPicPr>
          <p:cNvPr id="3" name="Picture 2" descr="A person standing next to a balloon&#10;&#10;AI-generated content may be incorrect.">
            <a:extLst>
              <a:ext uri="{FF2B5EF4-FFF2-40B4-BE49-F238E27FC236}">
                <a16:creationId xmlns:a16="http://schemas.microsoft.com/office/drawing/2014/main" id="{6B8C03E3-7AE4-F534-8AA3-46068AC00F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9370" y="416963"/>
            <a:ext cx="6024073" cy="6024073"/>
          </a:xfrm>
          <a:prstGeom prst="rect">
            <a:avLst/>
          </a:prstGeom>
        </p:spPr>
      </p:pic>
    </p:spTree>
    <p:extLst>
      <p:ext uri="{BB962C8B-B14F-4D97-AF65-F5344CB8AC3E}">
        <p14:creationId xmlns:p14="http://schemas.microsoft.com/office/powerpoint/2010/main" val="4163593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artoon of a person sitting on a question mark&#10;&#10;AI-generated content may be incorrect.">
            <a:extLst>
              <a:ext uri="{FF2B5EF4-FFF2-40B4-BE49-F238E27FC236}">
                <a16:creationId xmlns:a16="http://schemas.microsoft.com/office/drawing/2014/main" id="{77E5999E-4D1D-C1EA-2E10-C7231EE643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6642" y="335778"/>
            <a:ext cx="6186443" cy="6186443"/>
          </a:xfrm>
          <a:prstGeom prst="rect">
            <a:avLst/>
          </a:prstGeom>
        </p:spPr>
      </p:pic>
    </p:spTree>
    <p:extLst>
      <p:ext uri="{BB962C8B-B14F-4D97-AF65-F5344CB8AC3E}">
        <p14:creationId xmlns:p14="http://schemas.microsoft.com/office/powerpoint/2010/main" val="435460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6041A5A-0974-0EA8-29A5-FE164BC1F4AA}"/>
              </a:ext>
            </a:extLst>
          </p:cNvPr>
          <p:cNvSpPr>
            <a:spLocks noGrp="1"/>
          </p:cNvSpPr>
          <p:nvPr>
            <p:ph type="body" sz="half" idx="2"/>
          </p:nvPr>
        </p:nvSpPr>
        <p:spPr/>
        <p:txBody>
          <a:bodyPr/>
          <a:lstStyle/>
          <a:p>
            <a:r>
              <a:rPr lang="en-US" dirty="0"/>
              <a:t>Pranav Phanindra Sai Manepalli	</a:t>
            </a:r>
          </a:p>
        </p:txBody>
      </p:sp>
      <p:sp>
        <p:nvSpPr>
          <p:cNvPr id="3" name="Text Placeholder 2">
            <a:extLst>
              <a:ext uri="{FF2B5EF4-FFF2-40B4-BE49-F238E27FC236}">
                <a16:creationId xmlns:a16="http://schemas.microsoft.com/office/drawing/2014/main" id="{3D77488B-AB1B-7672-33A4-4F3E6227ED23}"/>
              </a:ext>
            </a:extLst>
          </p:cNvPr>
          <p:cNvSpPr>
            <a:spLocks noGrp="1"/>
          </p:cNvSpPr>
          <p:nvPr>
            <p:ph type="body" sz="half" idx="12"/>
          </p:nvPr>
        </p:nvSpPr>
        <p:spPr/>
        <p:txBody>
          <a:bodyPr/>
          <a:lstStyle/>
          <a:p>
            <a:r>
              <a:rPr lang="en-US"/>
              <a:t>pranavphanindrasai.manepalli</a:t>
            </a:r>
            <a:r>
              <a:rPr lang="en-US" dirty="0"/>
              <a:t>@zelis.com</a:t>
            </a:r>
          </a:p>
        </p:txBody>
      </p:sp>
      <p:sp>
        <p:nvSpPr>
          <p:cNvPr id="4" name="Text Placeholder 3">
            <a:extLst>
              <a:ext uri="{FF2B5EF4-FFF2-40B4-BE49-F238E27FC236}">
                <a16:creationId xmlns:a16="http://schemas.microsoft.com/office/drawing/2014/main" id="{D274EC47-4B80-2ADC-78B6-03494F2B8060}"/>
              </a:ext>
            </a:extLst>
          </p:cNvPr>
          <p:cNvSpPr>
            <a:spLocks noGrp="1"/>
          </p:cNvSpPr>
          <p:nvPr>
            <p:ph type="body" sz="half" idx="13"/>
          </p:nvPr>
        </p:nvSpPr>
        <p:spPr/>
        <p:txBody>
          <a:bodyPr/>
          <a:lstStyle/>
          <a:p>
            <a:r>
              <a:rPr lang="en-US" dirty="0"/>
              <a:t>7981145597</a:t>
            </a:r>
          </a:p>
          <a:p>
            <a:endParaRPr lang="en-US" dirty="0"/>
          </a:p>
        </p:txBody>
      </p:sp>
      <p:sp>
        <p:nvSpPr>
          <p:cNvPr id="5" name="Text Placeholder 4">
            <a:extLst>
              <a:ext uri="{FF2B5EF4-FFF2-40B4-BE49-F238E27FC236}">
                <a16:creationId xmlns:a16="http://schemas.microsoft.com/office/drawing/2014/main" id="{B6368707-8C5F-C6AF-A66C-29F0BB17F7B8}"/>
              </a:ext>
            </a:extLst>
          </p:cNvPr>
          <p:cNvSpPr>
            <a:spLocks noGrp="1"/>
          </p:cNvSpPr>
          <p:nvPr>
            <p:ph type="body" sz="quarter" idx="14"/>
          </p:nvPr>
        </p:nvSpPr>
        <p:spPr/>
        <p:txBody>
          <a:bodyPr/>
          <a:lstStyle/>
          <a:p>
            <a:endParaRPr lang="en-US"/>
          </a:p>
        </p:txBody>
      </p:sp>
    </p:spTree>
    <p:extLst>
      <p:ext uri="{BB962C8B-B14F-4D97-AF65-F5344CB8AC3E}">
        <p14:creationId xmlns:p14="http://schemas.microsoft.com/office/powerpoint/2010/main" val="3590699986"/>
      </p:ext>
    </p:extLst>
  </p:cSld>
  <p:clrMapOvr>
    <a:masterClrMapping/>
  </p:clrMapOvr>
</p:sld>
</file>

<file path=ppt/theme/theme1.xml><?xml version="1.0" encoding="utf-8"?>
<a:theme xmlns:a="http://schemas.openxmlformats.org/drawingml/2006/main" name="Zelis - Master Layout - White">
  <a:themeElements>
    <a:clrScheme name="Custom 1">
      <a:dk1>
        <a:srgbClr val="23004B"/>
      </a:dk1>
      <a:lt1>
        <a:sysClr val="window" lastClr="FFFFFF"/>
      </a:lt1>
      <a:dk2>
        <a:srgbClr val="321478"/>
      </a:dk2>
      <a:lt2>
        <a:srgbClr val="5F5FC3"/>
      </a:lt2>
      <a:accent1>
        <a:srgbClr val="23004B"/>
      </a:accent1>
      <a:accent2>
        <a:srgbClr val="41329B"/>
      </a:accent2>
      <a:accent3>
        <a:srgbClr val="FFC000"/>
      </a:accent3>
      <a:accent4>
        <a:srgbClr val="320FFF"/>
      </a:accent4>
      <a:accent5>
        <a:srgbClr val="ECE9FF"/>
      </a:accent5>
      <a:accent6>
        <a:srgbClr val="E61E2D"/>
      </a:accent6>
      <a:hlink>
        <a:srgbClr val="5F5FC3"/>
      </a:hlink>
      <a:folHlink>
        <a:srgbClr val="828CE1"/>
      </a:folHlink>
    </a:clrScheme>
    <a:fontScheme name="Zelis Fonts">
      <a:majorFont>
        <a:latin typeface="Avenir Next LT Pro Demi"/>
        <a:ea typeface=""/>
        <a:cs typeface=""/>
      </a:majorFont>
      <a:minorFont>
        <a:latin typeface="AvenirNext LT Pro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elis PowerPoint Template " id="{FC47C123-BD06-0B44-B8F6-F3780760019C}" vid="{14D18BF7-387D-A24B-91AC-6511C8E12FCD}"/>
    </a:ext>
  </a:extLst>
</a:theme>
</file>

<file path=ppt/theme/theme2.xml><?xml version="1.0" encoding="utf-8"?>
<a:theme xmlns:a="http://schemas.openxmlformats.org/drawingml/2006/main" name="Zelis - Master Layout - Blue">
  <a:themeElements>
    <a:clrScheme name="Custom 1">
      <a:dk1>
        <a:srgbClr val="23004B"/>
      </a:dk1>
      <a:lt1>
        <a:sysClr val="window" lastClr="FFFFFF"/>
      </a:lt1>
      <a:dk2>
        <a:srgbClr val="321478"/>
      </a:dk2>
      <a:lt2>
        <a:srgbClr val="5F5FC3"/>
      </a:lt2>
      <a:accent1>
        <a:srgbClr val="23004B"/>
      </a:accent1>
      <a:accent2>
        <a:srgbClr val="41329B"/>
      </a:accent2>
      <a:accent3>
        <a:srgbClr val="FFC000"/>
      </a:accent3>
      <a:accent4>
        <a:srgbClr val="320FFF"/>
      </a:accent4>
      <a:accent5>
        <a:srgbClr val="ECE9FF"/>
      </a:accent5>
      <a:accent6>
        <a:srgbClr val="E61E2D"/>
      </a:accent6>
      <a:hlink>
        <a:srgbClr val="5F5FC3"/>
      </a:hlink>
      <a:folHlink>
        <a:srgbClr val="828CE1"/>
      </a:folHlink>
    </a:clrScheme>
    <a:fontScheme name="Zelis Fonts">
      <a:majorFont>
        <a:latin typeface="Avenir Next LT Pro Demi"/>
        <a:ea typeface=""/>
        <a:cs typeface=""/>
      </a:majorFont>
      <a:minorFont>
        <a:latin typeface="AvenirNext LT Pro Regular"/>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Zelis PowerPoint Template " id="{FC47C123-BD06-0B44-B8F6-F3780760019C}" vid="{DC95EDEB-9A36-1843-80EB-1BDF9A80FD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ates xmlns="70a78194-cea0-48d5-b120-fd98356521a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DB48E9DC958AA4E9F5DE7F404A6D802" ma:contentTypeVersion="14" ma:contentTypeDescription="Create a new document." ma:contentTypeScope="" ma:versionID="8a47fa11547aaa751e95d972b18e3ba7">
  <xsd:schema xmlns:xsd="http://www.w3.org/2001/XMLSchema" xmlns:xs="http://www.w3.org/2001/XMLSchema" xmlns:p="http://schemas.microsoft.com/office/2006/metadata/properties" xmlns:ns2="70a78194-cea0-48d5-b120-fd98356521ac" xmlns:ns3="10534ff0-8e09-40ea-af0e-9b76a6492d04" targetNamespace="http://schemas.microsoft.com/office/2006/metadata/properties" ma:root="true" ma:fieldsID="a0b843c4e033703720b47a74a8f4bbe0" ns2:_="" ns3:_="">
    <xsd:import namespace="70a78194-cea0-48d5-b120-fd98356521ac"/>
    <xsd:import namespace="10534ff0-8e09-40ea-af0e-9b76a6492d0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2:Da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a78194-cea0-48d5-b120-fd98356521a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Dates" ma:index="21" nillable="true" ma:displayName="Dates" ma:description="Sept 13-14th" ma:format="DateOnly" ma:internalName="Dates">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0534ff0-8e09-40ea-af0e-9b76a6492d0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C1DC666-D3CF-4341-AB01-199FD8D8448C}">
  <ds:schemaRefs>
    <ds:schemaRef ds:uri="http://purl.org/dc/dcmitype/"/>
    <ds:schemaRef ds:uri="10534ff0-8e09-40ea-af0e-9b76a6492d04"/>
    <ds:schemaRef ds:uri="http://schemas.microsoft.com/office/2006/documentManagement/types"/>
    <ds:schemaRef ds:uri="http://purl.org/dc/terms/"/>
    <ds:schemaRef ds:uri="http://www.w3.org/XML/1998/namespace"/>
    <ds:schemaRef ds:uri="http://schemas.microsoft.com/office/2006/metadata/properties"/>
    <ds:schemaRef ds:uri="http://purl.org/dc/elements/1.1/"/>
    <ds:schemaRef ds:uri="70a78194-cea0-48d5-b120-fd98356521ac"/>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2981F530-CEEB-4AC0-903A-D05900053F37}">
  <ds:schemaRefs>
    <ds:schemaRef ds:uri="10534ff0-8e09-40ea-af0e-9b76a6492d04"/>
    <ds:schemaRef ds:uri="70a78194-cea0-48d5-b120-fd98356521a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BC1897B-9DC5-4D4E-89B7-43C9C7AACB98}">
  <ds:schemaRefs>
    <ds:schemaRef ds:uri="http://schemas.microsoft.com/sharepoint/v3/contenttype/forms"/>
  </ds:schemaRefs>
</ds:datastoreItem>
</file>

<file path=docMetadata/LabelInfo.xml><?xml version="1.0" encoding="utf-8"?>
<clbl:labelList xmlns:clbl="http://schemas.microsoft.com/office/2020/mipLabelMetadata">
  <clbl:label id="{2829b063-3f75-4df6-b16d-605d30d1b7a2}" enabled="0" method="" siteId="{2829b063-3f75-4df6-b16d-605d30d1b7a2}" removed="1"/>
</clbl:labelList>
</file>

<file path=docProps/app.xml><?xml version="1.0" encoding="utf-8"?>
<Properties xmlns="http://schemas.openxmlformats.org/officeDocument/2006/extended-properties" xmlns:vt="http://schemas.openxmlformats.org/officeDocument/2006/docPropsVTypes">
  <Template>RUST_VS_PYTHON</Template>
  <TotalTime>455</TotalTime>
  <Words>847</Words>
  <Application>Microsoft Office PowerPoint</Application>
  <PresentationFormat>Widescreen</PresentationFormat>
  <Paragraphs>166</Paragraphs>
  <Slides>19</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Abadi</vt:lpstr>
      <vt:lpstr>Abadi ExtraLight</vt:lpstr>
      <vt:lpstr>Arial</vt:lpstr>
      <vt:lpstr>Avenir Next LT Pro Demi</vt:lpstr>
      <vt:lpstr>AvenirNext LT Pro Regular</vt:lpstr>
      <vt:lpstr>Calibri</vt:lpstr>
      <vt:lpstr>Georgia Pro</vt:lpstr>
      <vt:lpstr>Zelis - Master Layout - White</vt:lpstr>
      <vt:lpstr>Zelis - Master Layout - Blue</vt:lpstr>
      <vt:lpstr>Quantitative Comparison </vt:lpstr>
      <vt:lpstr>PowerPoint Presentation</vt:lpstr>
      <vt:lpstr>Quantitatively assess who does better in the race of time and space.  </vt:lpstr>
      <vt:lpstr>We are assessing performance and memory in two scenarios </vt:lpstr>
      <vt:lpstr>PowerPoint Presentation</vt:lpstr>
      <vt:lpstr>PowerPoint Presentation</vt:lpstr>
      <vt:lpstr>Python wins at each individual task execution time </vt:lpstr>
      <vt:lpstr>Benchmarking tells us a different story </vt:lpstr>
      <vt:lpstr>Rust consistently uses less memory than Python</vt:lpstr>
      <vt:lpstr>PowerPoint Presentation</vt:lpstr>
      <vt:lpstr>PowerPoint Presentation</vt:lpstr>
      <vt:lpstr>We observe that Python performs significantly better than Rust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Pranav Phanindra Sai Manepalli (Pranav Phanindra Manepalli)</dc:creator>
  <cp:keywords>Zelis PPT</cp:keywords>
  <cp:lastModifiedBy>Pranav Phanindra Sai Manepalli (Pranav Phanindra Manepalli)</cp:lastModifiedBy>
  <cp:revision>1</cp:revision>
  <cp:lastPrinted>2025-10-17T11:26:35Z</cp:lastPrinted>
  <dcterms:created xsi:type="dcterms:W3CDTF">2025-10-16T11:11:51Z</dcterms:created>
  <dcterms:modified xsi:type="dcterms:W3CDTF">2025-10-21T10:20:58Z</dcterms:modified>
  <cp:version>2021-F</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0x0101003DB48E9DC958AA4E9F5DE7F404A6D802</vt:lpwstr>
  </property>
  <property fmtid="{D5CDD505-2E9C-101B-9397-08002B2CF9AE}" pid="3" name="NXPowerLiteLastOptimized">
    <vt:lpwstr>2304861</vt:lpwstr>
  </property>
  <property fmtid="{D5CDD505-2E9C-101B-9397-08002B2CF9AE}" pid="4" name="NXPowerLiteSettings">
    <vt:lpwstr>F7000400038000</vt:lpwstr>
  </property>
  <property fmtid="{D5CDD505-2E9C-101B-9397-08002B2CF9AE}" pid="5" name="NXPowerLiteVersion">
    <vt:lpwstr>S9.1.0</vt:lpwstr>
  </property>
</Properties>
</file>